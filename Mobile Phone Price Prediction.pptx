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8"/>
  </p:notesMasterIdLst>
  <p:handoutMasterIdLst>
    <p:handoutMasterId r:id="rId19"/>
  </p:handoutMasterIdLst>
  <p:sldIdLst>
    <p:sldId id="260" r:id="rId5"/>
    <p:sldId id="261" r:id="rId6"/>
    <p:sldId id="269" r:id="rId7"/>
    <p:sldId id="262" r:id="rId8"/>
    <p:sldId id="270" r:id="rId9"/>
    <p:sldId id="263" r:id="rId10"/>
    <p:sldId id="264" r:id="rId11"/>
    <p:sldId id="266" r:id="rId12"/>
    <p:sldId id="267" r:id="rId13"/>
    <p:sldId id="265" r:id="rId14"/>
    <p:sldId id="272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AA947-447B-4AA0-9A47-004B50DDD523}" v="112" dt="2026-08-24T20:38:31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8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kadam" userId="e280a1526d9a17c4" providerId="LiveId" clId="{8460D268-94FF-4B85-9775-D356A37EFD4D}"/>
    <pc:docChg chg="undo custSel addSld delSld modSld">
      <pc:chgData name="aakash kadam" userId="e280a1526d9a17c4" providerId="LiveId" clId="{8460D268-94FF-4B85-9775-D356A37EFD4D}" dt="2026-08-24T21:05:22.424" v="1359" actId="21"/>
      <pc:docMkLst>
        <pc:docMk/>
      </pc:docMkLst>
      <pc:sldChg chg="addSp delSp modSp mod modClrScheme chgLayout">
        <pc:chgData name="aakash kadam" userId="e280a1526d9a17c4" providerId="LiveId" clId="{8460D268-94FF-4B85-9775-D356A37EFD4D}" dt="2026-08-24T17:34:07.410" v="4"/>
        <pc:sldMkLst>
          <pc:docMk/>
          <pc:sldMk cId="2329614230" sldId="260"/>
        </pc:sldMkLst>
        <pc:spChg chg="mod">
          <ac:chgData name="aakash kadam" userId="e280a1526d9a17c4" providerId="LiveId" clId="{8460D268-94FF-4B85-9775-D356A37EFD4D}" dt="2026-08-24T17:34:07.410" v="4"/>
          <ac:spMkLst>
            <pc:docMk/>
            <pc:sldMk cId="2329614230" sldId="260"/>
            <ac:spMk id="3" creationId="{F01FB9CD-CBF7-C634-8B2F-5E2490FDF9F0}"/>
          </ac:spMkLst>
        </pc:spChg>
        <pc:spChg chg="mod">
          <ac:chgData name="aakash kadam" userId="e280a1526d9a17c4" providerId="LiveId" clId="{8460D268-94FF-4B85-9775-D356A37EFD4D}" dt="2026-08-24T17:34:07.410" v="4"/>
          <ac:spMkLst>
            <pc:docMk/>
            <pc:sldMk cId="2329614230" sldId="260"/>
            <ac:spMk id="4" creationId="{D8319D33-1EDC-2FD6-1393-613ECEB01295}"/>
          </ac:spMkLst>
        </pc:spChg>
        <pc:picChg chg="add del">
          <ac:chgData name="aakash kadam" userId="e280a1526d9a17c4" providerId="LiveId" clId="{8460D268-94FF-4B85-9775-D356A37EFD4D}" dt="2026-08-24T17:31:19.844" v="1" actId="26606"/>
          <ac:picMkLst>
            <pc:docMk/>
            <pc:sldMk cId="2329614230" sldId="260"/>
            <ac:picMk id="6" creationId="{C7CAB615-62A9-796C-72FA-6DA336471354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1:00:38.578" v="1350" actId="1076"/>
        <pc:sldMkLst>
          <pc:docMk/>
          <pc:sldMk cId="2390660854" sldId="261"/>
        </pc:sldMkLst>
        <pc:spChg chg="mod ord">
          <ac:chgData name="aakash kadam" userId="e280a1526d9a17c4" providerId="LiveId" clId="{8460D268-94FF-4B85-9775-D356A37EFD4D}" dt="2026-08-24T21:00:38.578" v="1350" actId="1076"/>
          <ac:spMkLst>
            <pc:docMk/>
            <pc:sldMk cId="2390660854" sldId="261"/>
            <ac:spMk id="2" creationId="{64CCCB4C-B542-5E50-F79B-45C4FADF6606}"/>
          </ac:spMkLst>
        </pc:spChg>
        <pc:spChg chg="add del mod">
          <ac:chgData name="aakash kadam" userId="e280a1526d9a17c4" providerId="LiveId" clId="{8460D268-94FF-4B85-9775-D356A37EFD4D}" dt="2026-08-24T17:43:13.131" v="96"/>
          <ac:spMkLst>
            <pc:docMk/>
            <pc:sldMk cId="2390660854" sldId="261"/>
            <ac:spMk id="3" creationId="{90E5AA5D-E86E-D445-1AE8-FF0201667BE2}"/>
          </ac:spMkLst>
        </pc:spChg>
        <pc:spChg chg="add mod">
          <ac:chgData name="aakash kadam" userId="e280a1526d9a17c4" providerId="LiveId" clId="{8460D268-94FF-4B85-9775-D356A37EFD4D}" dt="2026-08-24T20:36:19.044" v="1184" actId="14100"/>
          <ac:spMkLst>
            <pc:docMk/>
            <pc:sldMk cId="2390660854" sldId="261"/>
            <ac:spMk id="4" creationId="{D7675A1D-1118-6F0D-8545-999D4A0F815F}"/>
          </ac:spMkLst>
        </pc:spChg>
        <pc:spChg chg="add del mod">
          <ac:chgData name="aakash kadam" userId="e280a1526d9a17c4" providerId="LiveId" clId="{8460D268-94FF-4B85-9775-D356A37EFD4D}" dt="2026-08-24T20:34:28.641" v="1165" actId="21"/>
          <ac:spMkLst>
            <pc:docMk/>
            <pc:sldMk cId="2390660854" sldId="261"/>
            <ac:spMk id="5" creationId="{8B0C9885-0048-89B3-4411-3153569B574B}"/>
          </ac:spMkLst>
        </pc:spChg>
        <pc:spChg chg="add del mod">
          <ac:chgData name="aakash kadam" userId="e280a1526d9a17c4" providerId="LiveId" clId="{8460D268-94FF-4B85-9775-D356A37EFD4D}" dt="2026-08-24T20:35:00.260" v="1173" actId="21"/>
          <ac:spMkLst>
            <pc:docMk/>
            <pc:sldMk cId="2390660854" sldId="261"/>
            <ac:spMk id="6" creationId="{711BC610-FF13-40CB-E220-FC5D0DE4307B}"/>
          </ac:spMkLst>
        </pc:spChg>
        <pc:spChg chg="add del mod">
          <ac:chgData name="aakash kadam" userId="e280a1526d9a17c4" providerId="LiveId" clId="{8460D268-94FF-4B85-9775-D356A37EFD4D}" dt="2026-08-24T17:55:17.043" v="220"/>
          <ac:spMkLst>
            <pc:docMk/>
            <pc:sldMk cId="2390660854" sldId="261"/>
            <ac:spMk id="7" creationId="{C4E42034-E82A-D98E-F775-7B388F7575E2}"/>
          </ac:spMkLst>
        </pc:spChg>
        <pc:spChg chg="add del mod ord">
          <ac:chgData name="aakash kadam" userId="e280a1526d9a17c4" providerId="LiveId" clId="{8460D268-94FF-4B85-9775-D356A37EFD4D}" dt="2026-08-24T17:55:17.027" v="218" actId="21"/>
          <ac:spMkLst>
            <pc:docMk/>
            <pc:sldMk cId="2390660854" sldId="261"/>
            <ac:spMk id="8" creationId="{0632735D-00AD-CB1E-BAC1-7F002795DD20}"/>
          </ac:spMkLst>
        </pc:spChg>
        <pc:spChg chg="add del mod ord">
          <ac:chgData name="aakash kadam" userId="e280a1526d9a17c4" providerId="LiveId" clId="{8460D268-94FF-4B85-9775-D356A37EFD4D}" dt="2026-08-24T18:04:36.822" v="227" actId="700"/>
          <ac:spMkLst>
            <pc:docMk/>
            <pc:sldMk cId="2390660854" sldId="261"/>
            <ac:spMk id="9" creationId="{A5AE16A9-BDA5-23AD-AD18-956258C3CD71}"/>
          </ac:spMkLst>
        </pc:spChg>
        <pc:spChg chg="add del mod ord">
          <ac:chgData name="aakash kadam" userId="e280a1526d9a17c4" providerId="LiveId" clId="{8460D268-94FF-4B85-9775-D356A37EFD4D}" dt="2026-08-24T20:59:45.730" v="1333" actId="21"/>
          <ac:spMkLst>
            <pc:docMk/>
            <pc:sldMk cId="2390660854" sldId="261"/>
            <ac:spMk id="10" creationId="{85D2142B-82CC-5EE6-DA70-FDD236CDE6DD}"/>
          </ac:spMkLst>
        </pc:spChg>
      </pc:sldChg>
      <pc:sldChg chg="addSp delSp modSp new del mod modClrScheme chgLayout">
        <pc:chgData name="aakash kadam" userId="e280a1526d9a17c4" providerId="LiveId" clId="{8460D268-94FF-4B85-9775-D356A37EFD4D}" dt="2026-08-24T17:39:30.710" v="81" actId="2696"/>
        <pc:sldMkLst>
          <pc:docMk/>
          <pc:sldMk cId="2568434965" sldId="261"/>
        </pc:sldMkLst>
        <pc:spChg chg="del mod ord">
          <ac:chgData name="aakash kadam" userId="e280a1526d9a17c4" providerId="LiveId" clId="{8460D268-94FF-4B85-9775-D356A37EFD4D}" dt="2026-08-24T17:32:56.515" v="3" actId="700"/>
          <ac:spMkLst>
            <pc:docMk/>
            <pc:sldMk cId="2568434965" sldId="261"/>
            <ac:spMk id="2" creationId="{67EC91E5-600E-0B63-071B-B4B865FFCBDA}"/>
          </ac:spMkLst>
        </pc:spChg>
        <pc:spChg chg="del">
          <ac:chgData name="aakash kadam" userId="e280a1526d9a17c4" providerId="LiveId" clId="{8460D268-94FF-4B85-9775-D356A37EFD4D}" dt="2026-08-24T17:32:56.515" v="3" actId="700"/>
          <ac:spMkLst>
            <pc:docMk/>
            <pc:sldMk cId="2568434965" sldId="261"/>
            <ac:spMk id="3" creationId="{91686DB1-3074-95BA-7DA9-834573FDD988}"/>
          </ac:spMkLst>
        </pc:spChg>
        <pc:spChg chg="add del mod ord">
          <ac:chgData name="aakash kadam" userId="e280a1526d9a17c4" providerId="LiveId" clId="{8460D268-94FF-4B85-9775-D356A37EFD4D}" dt="2026-08-24T17:34:21.282" v="5" actId="26606"/>
          <ac:spMkLst>
            <pc:docMk/>
            <pc:sldMk cId="2568434965" sldId="261"/>
            <ac:spMk id="4" creationId="{285328DC-58E1-10A6-7BE9-9B8AD59CC9C7}"/>
          </ac:spMkLst>
        </pc:spChg>
        <pc:spChg chg="add mod ord">
          <ac:chgData name="aakash kadam" userId="e280a1526d9a17c4" providerId="LiveId" clId="{8460D268-94FF-4B85-9775-D356A37EFD4D}" dt="2026-08-24T17:39:17.532" v="80" actId="20577"/>
          <ac:spMkLst>
            <pc:docMk/>
            <pc:sldMk cId="2568434965" sldId="261"/>
            <ac:spMk id="9" creationId="{F3FAF230-788A-F9F4-70BF-A425AC5A5385}"/>
          </ac:spMkLst>
        </pc:spChg>
        <pc:spChg chg="add mod ord">
          <ac:chgData name="aakash kadam" userId="e280a1526d9a17c4" providerId="LiveId" clId="{8460D268-94FF-4B85-9775-D356A37EFD4D}" dt="2026-08-24T17:36:54.228" v="12" actId="27636"/>
          <ac:spMkLst>
            <pc:docMk/>
            <pc:sldMk cId="2568434965" sldId="261"/>
            <ac:spMk id="11" creationId="{339FB18F-57BE-B682-1082-17B17FF2ABBE}"/>
          </ac:spMkLst>
        </pc:spChg>
      </pc:sldChg>
      <pc:sldChg chg="addSp delSp modSp new mod modClrScheme chgLayout">
        <pc:chgData name="aakash kadam" userId="e280a1526d9a17c4" providerId="LiveId" clId="{8460D268-94FF-4B85-9775-D356A37EFD4D}" dt="2026-08-24T21:02:21.278" v="1353" actId="21"/>
        <pc:sldMkLst>
          <pc:docMk/>
          <pc:sldMk cId="3080573098" sldId="262"/>
        </pc:sldMkLst>
        <pc:spChg chg="del mod ord">
          <ac:chgData name="aakash kadam" userId="e280a1526d9a17c4" providerId="LiveId" clId="{8460D268-94FF-4B85-9775-D356A37EFD4D}" dt="2026-08-24T18:04:51.467" v="229" actId="700"/>
          <ac:spMkLst>
            <pc:docMk/>
            <pc:sldMk cId="3080573098" sldId="262"/>
            <ac:spMk id="2" creationId="{DE5E65F9-8A2A-1E5F-F085-ECAE2EAA4447}"/>
          </ac:spMkLst>
        </pc:spChg>
        <pc:spChg chg="del mod ord">
          <ac:chgData name="aakash kadam" userId="e280a1526d9a17c4" providerId="LiveId" clId="{8460D268-94FF-4B85-9775-D356A37EFD4D}" dt="2026-08-24T18:04:51.467" v="229" actId="700"/>
          <ac:spMkLst>
            <pc:docMk/>
            <pc:sldMk cId="3080573098" sldId="262"/>
            <ac:spMk id="3" creationId="{9CECD6F2-5168-32A1-1AB0-A363E2EADFBE}"/>
          </ac:spMkLst>
        </pc:spChg>
        <pc:spChg chg="add del mod ord">
          <ac:chgData name="aakash kadam" userId="e280a1526d9a17c4" providerId="LiveId" clId="{8460D268-94FF-4B85-9775-D356A37EFD4D}" dt="2026-08-24T18:05:10.965" v="231" actId="21"/>
          <ac:spMkLst>
            <pc:docMk/>
            <pc:sldMk cId="3080573098" sldId="262"/>
            <ac:spMk id="4" creationId="{7DF2F54D-95AD-58EF-88F1-FEA69905411F}"/>
          </ac:spMkLst>
        </pc:spChg>
        <pc:spChg chg="add del mod ord">
          <ac:chgData name="aakash kadam" userId="e280a1526d9a17c4" providerId="LiveId" clId="{8460D268-94FF-4B85-9775-D356A37EFD4D}" dt="2026-08-24T18:05:20.147" v="234" actId="21"/>
          <ac:spMkLst>
            <pc:docMk/>
            <pc:sldMk cId="3080573098" sldId="262"/>
            <ac:spMk id="5" creationId="{F9383151-E9EE-819C-ACD7-AC4A3DED276E}"/>
          </ac:spMkLst>
        </pc:spChg>
        <pc:spChg chg="add mod">
          <ac:chgData name="aakash kadam" userId="e280a1526d9a17c4" providerId="LiveId" clId="{8460D268-94FF-4B85-9775-D356A37EFD4D}" dt="2026-08-24T20:40:00.783" v="1230" actId="403"/>
          <ac:spMkLst>
            <pc:docMk/>
            <pc:sldMk cId="3080573098" sldId="262"/>
            <ac:spMk id="6" creationId="{5DBD5F4E-6B15-7A9C-D274-70DBA2BDB3CB}"/>
          </ac:spMkLst>
        </pc:spChg>
        <pc:spChg chg="add mod">
          <ac:chgData name="aakash kadam" userId="e280a1526d9a17c4" providerId="LiveId" clId="{8460D268-94FF-4B85-9775-D356A37EFD4D}" dt="2026-08-24T18:06:39.800" v="242" actId="14100"/>
          <ac:spMkLst>
            <pc:docMk/>
            <pc:sldMk cId="3080573098" sldId="262"/>
            <ac:spMk id="14" creationId="{6AF8B360-801F-97F1-5793-1DE967D184C8}"/>
          </ac:spMkLst>
        </pc:spChg>
        <pc:spChg chg="add del mod">
          <ac:chgData name="aakash kadam" userId="e280a1526d9a17c4" providerId="LiveId" clId="{8460D268-94FF-4B85-9775-D356A37EFD4D}" dt="2026-08-24T18:08:51.098" v="254"/>
          <ac:spMkLst>
            <pc:docMk/>
            <pc:sldMk cId="3080573098" sldId="262"/>
            <ac:spMk id="15" creationId="{5398EBC6-E4F4-091E-7DBE-43CE5A8CA4ED}"/>
          </ac:spMkLst>
        </pc:spChg>
        <pc:spChg chg="add del mod">
          <ac:chgData name="aakash kadam" userId="e280a1526d9a17c4" providerId="LiveId" clId="{8460D268-94FF-4B85-9775-D356A37EFD4D}" dt="2026-08-24T20:37:03.324" v="1191" actId="21"/>
          <ac:spMkLst>
            <pc:docMk/>
            <pc:sldMk cId="3080573098" sldId="262"/>
            <ac:spMk id="18" creationId="{EB2A3580-A5E5-24F4-0CC1-7C81F1843D2B}"/>
          </ac:spMkLst>
        </pc:spChg>
        <pc:spChg chg="add del mod">
          <ac:chgData name="aakash kadam" userId="e280a1526d9a17c4" providerId="LiveId" clId="{8460D268-94FF-4B85-9775-D356A37EFD4D}" dt="2026-08-24T18:13:40.806" v="262"/>
          <ac:spMkLst>
            <pc:docMk/>
            <pc:sldMk cId="3080573098" sldId="262"/>
            <ac:spMk id="19" creationId="{76423F8A-159B-9854-0759-00593E028BE0}"/>
          </ac:spMkLst>
        </pc:spChg>
        <pc:spChg chg="add del mod">
          <ac:chgData name="aakash kadam" userId="e280a1526d9a17c4" providerId="LiveId" clId="{8460D268-94FF-4B85-9775-D356A37EFD4D}" dt="2026-08-24T18:16:07.481" v="277"/>
          <ac:spMkLst>
            <pc:docMk/>
            <pc:sldMk cId="3080573098" sldId="262"/>
            <ac:spMk id="22" creationId="{364C1486-332C-9FC0-3094-577C969D26CE}"/>
          </ac:spMkLst>
        </pc:spChg>
        <pc:spChg chg="add del mod">
          <ac:chgData name="aakash kadam" userId="e280a1526d9a17c4" providerId="LiveId" clId="{8460D268-94FF-4B85-9775-D356A37EFD4D}" dt="2026-08-24T20:37:25.972" v="1199" actId="21"/>
          <ac:spMkLst>
            <pc:docMk/>
            <pc:sldMk cId="3080573098" sldId="262"/>
            <ac:spMk id="25" creationId="{8B3025A7-3961-5042-0E49-9C0F44B1A211}"/>
          </ac:spMkLst>
        </pc:spChg>
        <pc:spChg chg="add del mod">
          <ac:chgData name="aakash kadam" userId="e280a1526d9a17c4" providerId="LiveId" clId="{8460D268-94FF-4B85-9775-D356A37EFD4D}" dt="2026-08-24T18:26:31.249" v="299"/>
          <ac:spMkLst>
            <pc:docMk/>
            <pc:sldMk cId="3080573098" sldId="262"/>
            <ac:spMk id="26" creationId="{40DDBFC7-3FE5-E01C-DED8-A6D738E4EEE9}"/>
          </ac:spMkLst>
        </pc:spChg>
        <pc:spChg chg="add del mod">
          <ac:chgData name="aakash kadam" userId="e280a1526d9a17c4" providerId="LiveId" clId="{8460D268-94FF-4B85-9775-D356A37EFD4D}" dt="2026-08-24T18:26:49.495" v="304"/>
          <ac:spMkLst>
            <pc:docMk/>
            <pc:sldMk cId="3080573098" sldId="262"/>
            <ac:spMk id="27" creationId="{F22BA982-A1E4-21E8-539E-F773B39240A2}"/>
          </ac:spMkLst>
        </pc:spChg>
        <pc:spChg chg="add del mod">
          <ac:chgData name="aakash kadam" userId="e280a1526d9a17c4" providerId="LiveId" clId="{8460D268-94FF-4B85-9775-D356A37EFD4D}" dt="2026-08-24T18:33:58.423" v="322"/>
          <ac:spMkLst>
            <pc:docMk/>
            <pc:sldMk cId="3080573098" sldId="262"/>
            <ac:spMk id="28" creationId="{44F2281B-E0BD-1476-C2C9-A16F99D32DDC}"/>
          </ac:spMkLst>
        </pc:spChg>
        <pc:spChg chg="add del mod">
          <ac:chgData name="aakash kadam" userId="e280a1526d9a17c4" providerId="LiveId" clId="{8460D268-94FF-4B85-9775-D356A37EFD4D}" dt="2026-08-24T18:35:41.589" v="332"/>
          <ac:spMkLst>
            <pc:docMk/>
            <pc:sldMk cId="3080573098" sldId="262"/>
            <ac:spMk id="31" creationId="{4D7CA714-0ED0-C9D7-064C-E5A02BA04866}"/>
          </ac:spMkLst>
        </pc:spChg>
        <pc:spChg chg="add del mod">
          <ac:chgData name="aakash kadam" userId="e280a1526d9a17c4" providerId="LiveId" clId="{8460D268-94FF-4B85-9775-D356A37EFD4D}" dt="2026-08-24T18:36:04.450" v="339"/>
          <ac:spMkLst>
            <pc:docMk/>
            <pc:sldMk cId="3080573098" sldId="262"/>
            <ac:spMk id="34" creationId="{34EEDEF5-BDC9-C2F5-DA90-2E1C10EBD6F5}"/>
          </ac:spMkLst>
        </pc:spChg>
        <pc:spChg chg="add del mod ord">
          <ac:chgData name="aakash kadam" userId="e280a1526d9a17c4" providerId="LiveId" clId="{8460D268-94FF-4B85-9775-D356A37EFD4D}" dt="2026-08-24T18:37:29.125" v="344" actId="700"/>
          <ac:spMkLst>
            <pc:docMk/>
            <pc:sldMk cId="3080573098" sldId="262"/>
            <ac:spMk id="37" creationId="{D5BE7056-0207-DB2F-BB8D-ADF47D71AAA0}"/>
          </ac:spMkLst>
        </pc:spChg>
        <pc:spChg chg="add del mod ord">
          <ac:chgData name="aakash kadam" userId="e280a1526d9a17c4" providerId="LiveId" clId="{8460D268-94FF-4B85-9775-D356A37EFD4D}" dt="2026-08-24T18:36:52.346" v="343" actId="21"/>
          <ac:spMkLst>
            <pc:docMk/>
            <pc:sldMk cId="3080573098" sldId="262"/>
            <ac:spMk id="38" creationId="{7F6B71BC-7715-8332-8AE2-45918B22C4BB}"/>
          </ac:spMkLst>
        </pc:spChg>
        <pc:spChg chg="add del mod ord">
          <ac:chgData name="aakash kadam" userId="e280a1526d9a17c4" providerId="LiveId" clId="{8460D268-94FF-4B85-9775-D356A37EFD4D}" dt="2026-08-24T18:37:43.612" v="347" actId="21"/>
          <ac:spMkLst>
            <pc:docMk/>
            <pc:sldMk cId="3080573098" sldId="262"/>
            <ac:spMk id="39" creationId="{8A1FE374-74CD-F108-0057-546D4B12D6DE}"/>
          </ac:spMkLst>
        </pc:spChg>
        <pc:spChg chg="add del mod ord">
          <ac:chgData name="aakash kadam" userId="e280a1526d9a17c4" providerId="LiveId" clId="{8460D268-94FF-4B85-9775-D356A37EFD4D}" dt="2026-08-24T18:38:30.523" v="351" actId="21"/>
          <ac:spMkLst>
            <pc:docMk/>
            <pc:sldMk cId="3080573098" sldId="262"/>
            <ac:spMk id="40" creationId="{2B9C27DD-16D6-B0BF-083F-6F89BDE5D80E}"/>
          </ac:spMkLst>
        </pc:spChg>
        <pc:spChg chg="add del mod">
          <ac:chgData name="aakash kadam" userId="e280a1526d9a17c4" providerId="LiveId" clId="{8460D268-94FF-4B85-9775-D356A37EFD4D}" dt="2026-08-24T18:40:21.608" v="361"/>
          <ac:spMkLst>
            <pc:docMk/>
            <pc:sldMk cId="3080573098" sldId="262"/>
            <ac:spMk id="41" creationId="{758083DF-8DD8-19B3-EFA5-153DD0794150}"/>
          </ac:spMkLst>
        </pc:spChg>
        <pc:spChg chg="add del mod">
          <ac:chgData name="aakash kadam" userId="e280a1526d9a17c4" providerId="LiveId" clId="{8460D268-94FF-4B85-9775-D356A37EFD4D}" dt="2026-08-24T18:41:26.856" v="371"/>
          <ac:spMkLst>
            <pc:docMk/>
            <pc:sldMk cId="3080573098" sldId="262"/>
            <ac:spMk id="44" creationId="{F7D5C4EB-9D30-E052-6037-E7BD7E4C4512}"/>
          </ac:spMkLst>
        </pc:spChg>
        <pc:spChg chg="add del mod">
          <ac:chgData name="aakash kadam" userId="e280a1526d9a17c4" providerId="LiveId" clId="{8460D268-94FF-4B85-9775-D356A37EFD4D}" dt="2026-08-24T18:41:40.248" v="374"/>
          <ac:spMkLst>
            <pc:docMk/>
            <pc:sldMk cId="3080573098" sldId="262"/>
            <ac:spMk id="47" creationId="{C2375601-5483-C9D0-E186-CABE65E8FA6A}"/>
          </ac:spMkLst>
        </pc:spChg>
        <pc:spChg chg="add del mod ord">
          <ac:chgData name="aakash kadam" userId="e280a1526d9a17c4" providerId="LiveId" clId="{8460D268-94FF-4B85-9775-D356A37EFD4D}" dt="2026-08-24T20:57:41.115" v="1322" actId="700"/>
          <ac:spMkLst>
            <pc:docMk/>
            <pc:sldMk cId="3080573098" sldId="262"/>
            <ac:spMk id="48" creationId="{315E8AFA-3ED6-FFF0-B4E5-E07F6EB877BE}"/>
          </ac:spMkLst>
        </pc:spChg>
        <pc:spChg chg="add del mod ord">
          <ac:chgData name="aakash kadam" userId="e280a1526d9a17c4" providerId="LiveId" clId="{8460D268-94FF-4B85-9775-D356A37EFD4D}" dt="2026-08-24T20:57:41.115" v="1322" actId="700"/>
          <ac:spMkLst>
            <pc:docMk/>
            <pc:sldMk cId="3080573098" sldId="262"/>
            <ac:spMk id="49" creationId="{F99E6ADA-B6A1-0F5E-8BAE-25CC778482F4}"/>
          </ac:spMkLst>
        </pc:spChg>
        <pc:spChg chg="add del mod ord">
          <ac:chgData name="aakash kadam" userId="e280a1526d9a17c4" providerId="LiveId" clId="{8460D268-94FF-4B85-9775-D356A37EFD4D}" dt="2026-08-24T20:57:46.918" v="1323" actId="700"/>
          <ac:spMkLst>
            <pc:docMk/>
            <pc:sldMk cId="3080573098" sldId="262"/>
            <ac:spMk id="50" creationId="{02ACDBF1-F1FA-AFED-A825-FA7E3547353D}"/>
          </ac:spMkLst>
        </pc:spChg>
        <pc:spChg chg="add del mod ord">
          <ac:chgData name="aakash kadam" userId="e280a1526d9a17c4" providerId="LiveId" clId="{8460D268-94FF-4B85-9775-D356A37EFD4D}" dt="2026-08-24T20:57:46.918" v="1323" actId="700"/>
          <ac:spMkLst>
            <pc:docMk/>
            <pc:sldMk cId="3080573098" sldId="262"/>
            <ac:spMk id="51" creationId="{0AF0D18E-A989-7001-67FA-3BE050A7257F}"/>
          </ac:spMkLst>
        </pc:spChg>
        <pc:spChg chg="add del mod ord">
          <ac:chgData name="aakash kadam" userId="e280a1526d9a17c4" providerId="LiveId" clId="{8460D268-94FF-4B85-9775-D356A37EFD4D}" dt="2026-08-24T20:57:59.538" v="1324" actId="21"/>
          <ac:spMkLst>
            <pc:docMk/>
            <pc:sldMk cId="3080573098" sldId="262"/>
            <ac:spMk id="52" creationId="{CB97C2A5-DEA2-F8AD-76FE-E03DA4963ACB}"/>
          </ac:spMkLst>
        </pc:spChg>
        <pc:spChg chg="add del mod ord">
          <ac:chgData name="aakash kadam" userId="e280a1526d9a17c4" providerId="LiveId" clId="{8460D268-94FF-4B85-9775-D356A37EFD4D}" dt="2026-08-24T20:58:09.191" v="1325" actId="21"/>
          <ac:spMkLst>
            <pc:docMk/>
            <pc:sldMk cId="3080573098" sldId="262"/>
            <ac:spMk id="53" creationId="{794647DA-D51D-C982-6577-11C20FE33737}"/>
          </ac:spMkLst>
        </pc:spChg>
        <pc:spChg chg="add del mod ord">
          <ac:chgData name="aakash kadam" userId="e280a1526d9a17c4" providerId="LiveId" clId="{8460D268-94FF-4B85-9775-D356A37EFD4D}" dt="2026-08-24T21:02:13.161" v="1352" actId="700"/>
          <ac:spMkLst>
            <pc:docMk/>
            <pc:sldMk cId="3080573098" sldId="262"/>
            <ac:spMk id="54" creationId="{BFDA7DE2-857D-D5D8-BB1B-6212C7E51670}"/>
          </ac:spMkLst>
        </pc:spChg>
        <pc:spChg chg="add mod ord">
          <ac:chgData name="aakash kadam" userId="e280a1526d9a17c4" providerId="LiveId" clId="{8460D268-94FF-4B85-9775-D356A37EFD4D}" dt="2026-08-24T21:02:13.161" v="1352" actId="700"/>
          <ac:spMkLst>
            <pc:docMk/>
            <pc:sldMk cId="3080573098" sldId="262"/>
            <ac:spMk id="55" creationId="{3604289C-B4C8-846D-2B17-0DFBD49C69F6}"/>
          </ac:spMkLst>
        </pc:spChg>
        <pc:spChg chg="add del mod ord">
          <ac:chgData name="aakash kadam" userId="e280a1526d9a17c4" providerId="LiveId" clId="{8460D268-94FF-4B85-9775-D356A37EFD4D}" dt="2026-08-24T21:02:21.278" v="1353" actId="21"/>
          <ac:spMkLst>
            <pc:docMk/>
            <pc:sldMk cId="3080573098" sldId="262"/>
            <ac:spMk id="56" creationId="{2C4D7360-B57B-2B19-413E-18792E4B8936}"/>
          </ac:spMkLst>
        </pc:spChg>
        <pc:graphicFrameChg chg="add del mod modGraphic">
          <ac:chgData name="aakash kadam" userId="e280a1526d9a17c4" providerId="LiveId" clId="{8460D268-94FF-4B85-9775-D356A37EFD4D}" dt="2026-08-24T18:07:12.856" v="247" actId="21"/>
          <ac:graphicFrameMkLst>
            <pc:docMk/>
            <pc:sldMk cId="3080573098" sldId="262"/>
            <ac:graphicFrameMk id="7" creationId="{C4AEE371-CD2B-18A4-D163-E3B650F9AD6E}"/>
          </ac:graphicFrameMkLst>
        </pc:graphicFrameChg>
        <pc:graphicFrameChg chg="add mod modGraphic">
          <ac:chgData name="aakash kadam" userId="e280a1526d9a17c4" providerId="LiveId" clId="{8460D268-94FF-4B85-9775-D356A37EFD4D}" dt="2026-08-24T18:06:39.800" v="242" actId="14100"/>
          <ac:graphicFrameMkLst>
            <pc:docMk/>
            <pc:sldMk cId="3080573098" sldId="262"/>
            <ac:graphicFrameMk id="8" creationId="{FA883AE4-F94B-6584-8608-9069A7ED2EEC}"/>
          </ac:graphicFrameMkLst>
        </pc:graphicFrameChg>
        <pc:graphicFrameChg chg="add mod modGraphic">
          <ac:chgData name="aakash kadam" userId="e280a1526d9a17c4" providerId="LiveId" clId="{8460D268-94FF-4B85-9775-D356A37EFD4D}" dt="2026-08-24T18:06:39.800" v="242" actId="14100"/>
          <ac:graphicFrameMkLst>
            <pc:docMk/>
            <pc:sldMk cId="3080573098" sldId="262"/>
            <ac:graphicFrameMk id="9" creationId="{E54C0EE4-B18D-4264-91F5-05A36DFE7486}"/>
          </ac:graphicFrameMkLst>
        </pc:graphicFrameChg>
        <pc:graphicFrameChg chg="add mod modGraphic">
          <ac:chgData name="aakash kadam" userId="e280a1526d9a17c4" providerId="LiveId" clId="{8460D268-94FF-4B85-9775-D356A37EFD4D}" dt="2026-08-24T18:06:39.800" v="242" actId="14100"/>
          <ac:graphicFrameMkLst>
            <pc:docMk/>
            <pc:sldMk cId="3080573098" sldId="262"/>
            <ac:graphicFrameMk id="10" creationId="{33754C1D-B92F-D5A6-680E-79620B1B0867}"/>
          </ac:graphicFrameMkLst>
        </pc:graphicFrameChg>
        <pc:graphicFrameChg chg="add mod modGraphic">
          <ac:chgData name="aakash kadam" userId="e280a1526d9a17c4" providerId="LiveId" clId="{8460D268-94FF-4B85-9775-D356A37EFD4D}" dt="2026-08-24T18:06:39.800" v="242" actId="14100"/>
          <ac:graphicFrameMkLst>
            <pc:docMk/>
            <pc:sldMk cId="3080573098" sldId="262"/>
            <ac:graphicFrameMk id="11" creationId="{6247696E-4D1D-6A22-D51D-EE2B65771BAB}"/>
          </ac:graphicFrameMkLst>
        </pc:graphicFrameChg>
        <pc:graphicFrameChg chg="add mod modGraphic">
          <ac:chgData name="aakash kadam" userId="e280a1526d9a17c4" providerId="LiveId" clId="{8460D268-94FF-4B85-9775-D356A37EFD4D}" dt="2026-08-24T18:06:39.800" v="242" actId="14100"/>
          <ac:graphicFrameMkLst>
            <pc:docMk/>
            <pc:sldMk cId="3080573098" sldId="262"/>
            <ac:graphicFrameMk id="12" creationId="{DE57318E-0758-D3E2-6B7A-454C1F6B4F63}"/>
          </ac:graphicFrameMkLst>
        </pc:graphicFrameChg>
        <pc:picChg chg="add mod">
          <ac:chgData name="aakash kadam" userId="e280a1526d9a17c4" providerId="LiveId" clId="{8460D268-94FF-4B85-9775-D356A37EFD4D}" dt="2026-08-24T20:39:38.931" v="1226" actId="14100"/>
          <ac:picMkLst>
            <pc:docMk/>
            <pc:sldMk cId="3080573098" sldId="262"/>
            <ac:picMk id="17" creationId="{7AA7477C-02B1-31D3-E7F2-232CB930B42C}"/>
          </ac:picMkLst>
        </pc:picChg>
        <pc:picChg chg="add del mod">
          <ac:chgData name="aakash kadam" userId="e280a1526d9a17c4" providerId="LiveId" clId="{8460D268-94FF-4B85-9775-D356A37EFD4D}" dt="2026-08-24T18:24:47.223" v="285" actId="21"/>
          <ac:picMkLst>
            <pc:docMk/>
            <pc:sldMk cId="3080573098" sldId="262"/>
            <ac:picMk id="21" creationId="{A219B3E3-AA9A-99D7-A8A7-AC7CA21EEFD8}"/>
          </ac:picMkLst>
        </pc:picChg>
        <pc:picChg chg="add del mod">
          <ac:chgData name="aakash kadam" userId="e280a1526d9a17c4" providerId="LiveId" clId="{8460D268-94FF-4B85-9775-D356A37EFD4D}" dt="2026-08-24T18:25:01.022" v="286" actId="21"/>
          <ac:picMkLst>
            <pc:docMk/>
            <pc:sldMk cId="3080573098" sldId="262"/>
            <ac:picMk id="24" creationId="{6BA968DC-4D3C-B1F9-F13F-4100F52771BA}"/>
          </ac:picMkLst>
        </pc:picChg>
        <pc:picChg chg="add del mod">
          <ac:chgData name="aakash kadam" userId="e280a1526d9a17c4" providerId="LiveId" clId="{8460D268-94FF-4B85-9775-D356A37EFD4D}" dt="2026-08-24T20:37:58.767" v="1206" actId="21"/>
          <ac:picMkLst>
            <pc:docMk/>
            <pc:sldMk cId="3080573098" sldId="262"/>
            <ac:picMk id="30" creationId="{511E8956-30F9-FC4A-D31A-FCA87A6B19CA}"/>
          </ac:picMkLst>
        </pc:picChg>
        <pc:picChg chg="add del mod">
          <ac:chgData name="aakash kadam" userId="e280a1526d9a17c4" providerId="LiveId" clId="{8460D268-94FF-4B85-9775-D356A37EFD4D}" dt="2026-08-24T20:38:25.362" v="1212" actId="21"/>
          <ac:picMkLst>
            <pc:docMk/>
            <pc:sldMk cId="3080573098" sldId="262"/>
            <ac:picMk id="33" creationId="{8BFA5E21-18A7-B348-DC7C-72C01BCE7590}"/>
          </ac:picMkLst>
        </pc:picChg>
        <pc:picChg chg="add del mod">
          <ac:chgData name="aakash kadam" userId="e280a1526d9a17c4" providerId="LiveId" clId="{8460D268-94FF-4B85-9775-D356A37EFD4D}" dt="2026-08-24T18:59:50.200" v="413" actId="21"/>
          <ac:picMkLst>
            <pc:docMk/>
            <pc:sldMk cId="3080573098" sldId="262"/>
            <ac:picMk id="36" creationId="{BC8742F2-E4C7-9A5D-DEE6-9B4032F12561}"/>
          </ac:picMkLst>
        </pc:picChg>
        <pc:picChg chg="add del mod">
          <ac:chgData name="aakash kadam" userId="e280a1526d9a17c4" providerId="LiveId" clId="{8460D268-94FF-4B85-9775-D356A37EFD4D}" dt="2026-08-24T18:40:38.991" v="362" actId="21"/>
          <ac:picMkLst>
            <pc:docMk/>
            <pc:sldMk cId="3080573098" sldId="262"/>
            <ac:picMk id="43" creationId="{57CC64CA-213E-2CC2-FF08-DBE24FC8CEA5}"/>
          </ac:picMkLst>
        </pc:picChg>
        <pc:picChg chg="add del mod">
          <ac:chgData name="aakash kadam" userId="e280a1526d9a17c4" providerId="LiveId" clId="{8460D268-94FF-4B85-9775-D356A37EFD4D}" dt="2026-08-24T19:01:28.010" v="423" actId="21"/>
          <ac:picMkLst>
            <pc:docMk/>
            <pc:sldMk cId="3080573098" sldId="262"/>
            <ac:picMk id="46" creationId="{EF07F7E9-B8E4-2467-2763-737A9D386631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0:57:19.041" v="1320" actId="700"/>
        <pc:sldMkLst>
          <pc:docMk/>
          <pc:sldMk cId="1872470106" sldId="263"/>
        </pc:sldMkLst>
        <pc:spChg chg="del">
          <ac:chgData name="aakash kadam" userId="e280a1526d9a17c4" providerId="LiveId" clId="{8460D268-94FF-4B85-9775-D356A37EFD4D}" dt="2026-08-24T18:48:34.819" v="376" actId="21"/>
          <ac:spMkLst>
            <pc:docMk/>
            <pc:sldMk cId="1872470106" sldId="263"/>
            <ac:spMk id="2" creationId="{BFDB1770-D7B2-B6D8-1A5F-80A7586F5A00}"/>
          </ac:spMkLst>
        </pc:spChg>
        <pc:spChg chg="add del mod ord">
          <ac:chgData name="aakash kadam" userId="e280a1526d9a17c4" providerId="LiveId" clId="{8460D268-94FF-4B85-9775-D356A37EFD4D}" dt="2026-08-24T20:57:19.041" v="1320" actId="700"/>
          <ac:spMkLst>
            <pc:docMk/>
            <pc:sldMk cId="1872470106" sldId="263"/>
            <ac:spMk id="3" creationId="{CC958F8B-DAB5-0785-8E48-E8080C03E61F}"/>
          </ac:spMkLst>
        </pc:spChg>
        <pc:spChg chg="add del mod">
          <ac:chgData name="aakash kadam" userId="e280a1526d9a17c4" providerId="LiveId" clId="{8460D268-94FF-4B85-9775-D356A37EFD4D}" dt="2026-08-24T18:55:51.122" v="394"/>
          <ac:spMkLst>
            <pc:docMk/>
            <pc:sldMk cId="1872470106" sldId="263"/>
            <ac:spMk id="6" creationId="{942990ED-6FB3-6839-1825-D4F265474A39}"/>
          </ac:spMkLst>
        </pc:spChg>
        <pc:spChg chg="add del mod">
          <ac:chgData name="aakash kadam" userId="e280a1526d9a17c4" providerId="LiveId" clId="{8460D268-94FF-4B85-9775-D356A37EFD4D}" dt="2026-08-24T18:56:49.200" v="401"/>
          <ac:spMkLst>
            <pc:docMk/>
            <pc:sldMk cId="1872470106" sldId="263"/>
            <ac:spMk id="9" creationId="{B6000A59-BAB7-CB74-800C-A5A4C58F7598}"/>
          </ac:spMkLst>
        </pc:spChg>
        <pc:spChg chg="add del mod">
          <ac:chgData name="aakash kadam" userId="e280a1526d9a17c4" providerId="LiveId" clId="{8460D268-94FF-4B85-9775-D356A37EFD4D}" dt="2026-08-24T18:59:07.337" v="412"/>
          <ac:spMkLst>
            <pc:docMk/>
            <pc:sldMk cId="1872470106" sldId="263"/>
            <ac:spMk id="12" creationId="{4462695E-D528-74EE-5C51-1C3B3A79F71A}"/>
          </ac:spMkLst>
        </pc:spChg>
        <pc:spChg chg="add del mod">
          <ac:chgData name="aakash kadam" userId="e280a1526d9a17c4" providerId="LiveId" clId="{8460D268-94FF-4B85-9775-D356A37EFD4D}" dt="2026-08-24T19:00:12.444" v="419"/>
          <ac:spMkLst>
            <pc:docMk/>
            <pc:sldMk cId="1872470106" sldId="263"/>
            <ac:spMk id="15" creationId="{AEABD9D7-F36F-2832-C5F0-1F2E5EEA5C7A}"/>
          </ac:spMkLst>
        </pc:spChg>
        <pc:spChg chg="add del mod">
          <ac:chgData name="aakash kadam" userId="e280a1526d9a17c4" providerId="LiveId" clId="{8460D268-94FF-4B85-9775-D356A37EFD4D}" dt="2026-08-24T19:02:00.943" v="431"/>
          <ac:spMkLst>
            <pc:docMk/>
            <pc:sldMk cId="1872470106" sldId="263"/>
            <ac:spMk id="18" creationId="{CB43C7D2-93BA-982E-8395-383C70F7B4DA}"/>
          </ac:spMkLst>
        </pc:spChg>
        <pc:spChg chg="add del mod">
          <ac:chgData name="aakash kadam" userId="e280a1526d9a17c4" providerId="LiveId" clId="{8460D268-94FF-4B85-9775-D356A37EFD4D}" dt="2026-08-24T19:04:30.644" v="446"/>
          <ac:spMkLst>
            <pc:docMk/>
            <pc:sldMk cId="1872470106" sldId="263"/>
            <ac:spMk id="21" creationId="{5D8FAD4C-1C96-9885-B531-2E418D69FF5B}"/>
          </ac:spMkLst>
        </pc:spChg>
        <pc:spChg chg="add del mod">
          <ac:chgData name="aakash kadam" userId="e280a1526d9a17c4" providerId="LiveId" clId="{8460D268-94FF-4B85-9775-D356A37EFD4D}" dt="2026-08-24T19:05:51.713" v="455"/>
          <ac:spMkLst>
            <pc:docMk/>
            <pc:sldMk cId="1872470106" sldId="263"/>
            <ac:spMk id="24" creationId="{8D5152B9-0939-F542-3617-734F8D31AD67}"/>
          </ac:spMkLst>
        </pc:spChg>
        <pc:spChg chg="add del mod">
          <ac:chgData name="aakash kadam" userId="e280a1526d9a17c4" providerId="LiveId" clId="{8460D268-94FF-4B85-9775-D356A37EFD4D}" dt="2026-08-24T19:09:06.463" v="476"/>
          <ac:spMkLst>
            <pc:docMk/>
            <pc:sldMk cId="1872470106" sldId="263"/>
            <ac:spMk id="27" creationId="{65716FA2-97CD-94F6-6835-8D2D65A3F638}"/>
          </ac:spMkLst>
        </pc:spChg>
        <pc:spChg chg="add mod">
          <ac:chgData name="aakash kadam" userId="e280a1526d9a17c4" providerId="LiveId" clId="{8460D268-94FF-4B85-9775-D356A37EFD4D}" dt="2026-08-24T19:11:01.651" v="495" actId="767"/>
          <ac:spMkLst>
            <pc:docMk/>
            <pc:sldMk cId="1872470106" sldId="263"/>
            <ac:spMk id="30" creationId="{1CDF17C5-39C1-72E3-4E88-1CE6B7CAC829}"/>
          </ac:spMkLst>
        </pc:spChg>
        <pc:spChg chg="add del mod">
          <ac:chgData name="aakash kadam" userId="e280a1526d9a17c4" providerId="LiveId" clId="{8460D268-94FF-4B85-9775-D356A37EFD4D}" dt="2026-08-24T19:12:32.516" v="515"/>
          <ac:spMkLst>
            <pc:docMk/>
            <pc:sldMk cId="1872470106" sldId="263"/>
            <ac:spMk id="31" creationId="{2DA67635-96C4-D99B-A0BF-3089FC2B3B80}"/>
          </ac:spMkLst>
        </pc:spChg>
        <pc:spChg chg="add del mod ord">
          <ac:chgData name="aakash kadam" userId="e280a1526d9a17c4" providerId="LiveId" clId="{8460D268-94FF-4B85-9775-D356A37EFD4D}" dt="2026-08-24T20:57:19.041" v="1320" actId="700"/>
          <ac:spMkLst>
            <pc:docMk/>
            <pc:sldMk cId="1872470106" sldId="263"/>
            <ac:spMk id="32" creationId="{F51E80F4-31A9-02B9-FBA1-D38638002D8B}"/>
          </ac:spMkLst>
        </pc:spChg>
        <pc:picChg chg="add del mod ord">
          <ac:chgData name="aakash kadam" userId="e280a1526d9a17c4" providerId="LiveId" clId="{8460D268-94FF-4B85-9775-D356A37EFD4D}" dt="2026-08-24T18:49:03.152" v="379" actId="34307"/>
          <ac:picMkLst>
            <pc:docMk/>
            <pc:sldMk cId="1872470106" sldId="263"/>
            <ac:picMk id="4" creationId="{CFA82CE4-8DFB-8FD6-B61F-A3D850A683F7}"/>
          </ac:picMkLst>
        </pc:picChg>
        <pc:picChg chg="add del mod ord">
          <ac:chgData name="aakash kadam" userId="e280a1526d9a17c4" providerId="LiveId" clId="{8460D268-94FF-4B85-9775-D356A37EFD4D}" dt="2026-08-24T18:49:21.046" v="381" actId="34307"/>
          <ac:picMkLst>
            <pc:docMk/>
            <pc:sldMk cId="1872470106" sldId="263"/>
            <ac:picMk id="5" creationId="{ADCE3E5A-F036-85F9-606B-68F7196595FE}"/>
          </ac:picMkLst>
        </pc:picChg>
        <pc:picChg chg="add mod">
          <ac:chgData name="aakash kadam" userId="e280a1526d9a17c4" providerId="LiveId" clId="{8460D268-94FF-4B85-9775-D356A37EFD4D}" dt="2026-08-24T19:11:17.416" v="500" actId="1076"/>
          <ac:picMkLst>
            <pc:docMk/>
            <pc:sldMk cId="1872470106" sldId="263"/>
            <ac:picMk id="8" creationId="{18D22812-9D61-D2AA-A491-B60FA92548A5}"/>
          </ac:picMkLst>
        </pc:picChg>
        <pc:picChg chg="add mod">
          <ac:chgData name="aakash kadam" userId="e280a1526d9a17c4" providerId="LiveId" clId="{8460D268-94FF-4B85-9775-D356A37EFD4D}" dt="2026-08-24T19:11:22.084" v="501" actId="1076"/>
          <ac:picMkLst>
            <pc:docMk/>
            <pc:sldMk cId="1872470106" sldId="263"/>
            <ac:picMk id="11" creationId="{9BE61B76-F253-CB11-C703-FAABD50DEDC8}"/>
          </ac:picMkLst>
        </pc:picChg>
        <pc:picChg chg="add mod">
          <ac:chgData name="aakash kadam" userId="e280a1526d9a17c4" providerId="LiveId" clId="{8460D268-94FF-4B85-9775-D356A37EFD4D}" dt="2026-08-24T19:11:26.484" v="502" actId="1076"/>
          <ac:picMkLst>
            <pc:docMk/>
            <pc:sldMk cId="1872470106" sldId="263"/>
            <ac:picMk id="14" creationId="{5BCB8161-5125-1415-721B-3BC6636BAE8B}"/>
          </ac:picMkLst>
        </pc:picChg>
        <pc:picChg chg="add mod">
          <ac:chgData name="aakash kadam" userId="e280a1526d9a17c4" providerId="LiveId" clId="{8460D268-94FF-4B85-9775-D356A37EFD4D}" dt="2026-08-24T19:11:30.215" v="503" actId="1076"/>
          <ac:picMkLst>
            <pc:docMk/>
            <pc:sldMk cId="1872470106" sldId="263"/>
            <ac:picMk id="17" creationId="{1333A5B5-0B93-C675-2615-40E07F48D3C0}"/>
          </ac:picMkLst>
        </pc:picChg>
        <pc:picChg chg="add mod">
          <ac:chgData name="aakash kadam" userId="e280a1526d9a17c4" providerId="LiveId" clId="{8460D268-94FF-4B85-9775-D356A37EFD4D}" dt="2026-08-24T19:11:53.897" v="507" actId="1076"/>
          <ac:picMkLst>
            <pc:docMk/>
            <pc:sldMk cId="1872470106" sldId="263"/>
            <ac:picMk id="20" creationId="{3A3996DD-FB20-CFD0-F70C-28CA93A6FAA1}"/>
          </ac:picMkLst>
        </pc:picChg>
        <pc:picChg chg="add mod">
          <ac:chgData name="aakash kadam" userId="e280a1526d9a17c4" providerId="LiveId" clId="{8460D268-94FF-4B85-9775-D356A37EFD4D}" dt="2026-08-24T19:11:35.845" v="504" actId="1076"/>
          <ac:picMkLst>
            <pc:docMk/>
            <pc:sldMk cId="1872470106" sldId="263"/>
            <ac:picMk id="23" creationId="{0261514A-EE73-6021-B3F8-EBBA24D17083}"/>
          </ac:picMkLst>
        </pc:picChg>
        <pc:picChg chg="add mod">
          <ac:chgData name="aakash kadam" userId="e280a1526d9a17c4" providerId="LiveId" clId="{8460D268-94FF-4B85-9775-D356A37EFD4D}" dt="2026-08-24T19:11:58.867" v="508" actId="1076"/>
          <ac:picMkLst>
            <pc:docMk/>
            <pc:sldMk cId="1872470106" sldId="263"/>
            <ac:picMk id="26" creationId="{B2261A84-1C08-6CB7-7D93-D25170102349}"/>
          </ac:picMkLst>
        </pc:picChg>
        <pc:picChg chg="add mod">
          <ac:chgData name="aakash kadam" userId="e280a1526d9a17c4" providerId="LiveId" clId="{8460D268-94FF-4B85-9775-D356A37EFD4D}" dt="2026-08-24T19:12:19.076" v="511" actId="14100"/>
          <ac:picMkLst>
            <pc:docMk/>
            <pc:sldMk cId="1872470106" sldId="263"/>
            <ac:picMk id="29" creationId="{A61D33F5-9757-0B26-B894-C547349FA312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0:56:29.954" v="1318" actId="20577"/>
        <pc:sldMkLst>
          <pc:docMk/>
          <pc:sldMk cId="786145557" sldId="264"/>
        </pc:sldMkLst>
        <pc:spChg chg="del">
          <ac:chgData name="aakash kadam" userId="e280a1526d9a17c4" providerId="LiveId" clId="{8460D268-94FF-4B85-9775-D356A37EFD4D}" dt="2026-08-24T19:23:51.320" v="517" actId="21"/>
          <ac:spMkLst>
            <pc:docMk/>
            <pc:sldMk cId="786145557" sldId="264"/>
            <ac:spMk id="2" creationId="{A7AF6558-1956-4DE7-3499-3E660E46E6F1}"/>
          </ac:spMkLst>
        </pc:spChg>
        <pc:spChg chg="mod ord">
          <ac:chgData name="aakash kadam" userId="e280a1526d9a17c4" providerId="LiveId" clId="{8460D268-94FF-4B85-9775-D356A37EFD4D}" dt="2026-08-24T20:56:29.954" v="1318" actId="20577"/>
          <ac:spMkLst>
            <pc:docMk/>
            <pc:sldMk cId="786145557" sldId="264"/>
            <ac:spMk id="3" creationId="{852A0376-1833-258A-7AC1-8E73B0665D2E}"/>
          </ac:spMkLst>
        </pc:spChg>
        <pc:spChg chg="add del mod">
          <ac:chgData name="aakash kadam" userId="e280a1526d9a17c4" providerId="LiveId" clId="{8460D268-94FF-4B85-9775-D356A37EFD4D}" dt="2026-08-24T19:27:18.230" v="539"/>
          <ac:spMkLst>
            <pc:docMk/>
            <pc:sldMk cId="786145557" sldId="264"/>
            <ac:spMk id="4" creationId="{37B8F623-E2D8-C13C-5B70-190CA713CA9F}"/>
          </ac:spMkLst>
        </pc:spChg>
        <pc:spChg chg="add del mod">
          <ac:chgData name="aakash kadam" userId="e280a1526d9a17c4" providerId="LiveId" clId="{8460D268-94FF-4B85-9775-D356A37EFD4D}" dt="2026-08-24T19:27:18.235" v="541"/>
          <ac:spMkLst>
            <pc:docMk/>
            <pc:sldMk cId="786145557" sldId="264"/>
            <ac:spMk id="5" creationId="{CD7AC81B-D54B-2EF5-D0B8-6B1AB3293FE3}"/>
          </ac:spMkLst>
        </pc:spChg>
        <pc:spChg chg="add mod">
          <ac:chgData name="aakash kadam" userId="e280a1526d9a17c4" providerId="LiveId" clId="{8460D268-94FF-4B85-9775-D356A37EFD4D}" dt="2026-08-24T19:41:21.972" v="597" actId="1076"/>
          <ac:spMkLst>
            <pc:docMk/>
            <pc:sldMk cId="786145557" sldId="264"/>
            <ac:spMk id="6" creationId="{7CC0615A-E4B4-D1B8-207B-366A4E0D81D8}"/>
          </ac:spMkLst>
        </pc:spChg>
        <pc:spChg chg="add del mod">
          <ac:chgData name="aakash kadam" userId="e280a1526d9a17c4" providerId="LiveId" clId="{8460D268-94FF-4B85-9775-D356A37EFD4D}" dt="2026-08-24T19:27:38.339" v="548" actId="47"/>
          <ac:spMkLst>
            <pc:docMk/>
            <pc:sldMk cId="786145557" sldId="264"/>
            <ac:spMk id="7" creationId="{5BC1360E-A64E-8227-362F-575A75A71786}"/>
          </ac:spMkLst>
        </pc:spChg>
        <pc:spChg chg="add del mod">
          <ac:chgData name="aakash kadam" userId="e280a1526d9a17c4" providerId="LiveId" clId="{8460D268-94FF-4B85-9775-D356A37EFD4D}" dt="2026-08-24T19:32:29.693" v="569"/>
          <ac:spMkLst>
            <pc:docMk/>
            <pc:sldMk cId="786145557" sldId="264"/>
            <ac:spMk id="8" creationId="{4C34E272-F7EA-4961-4F45-6C5DF0201A1D}"/>
          </ac:spMkLst>
        </pc:spChg>
        <pc:spChg chg="add mod">
          <ac:chgData name="aakash kadam" userId="e280a1526d9a17c4" providerId="LiveId" clId="{8460D268-94FF-4B85-9775-D356A37EFD4D}" dt="2026-08-24T19:46:48.848" v="618" actId="404"/>
          <ac:spMkLst>
            <pc:docMk/>
            <pc:sldMk cId="786145557" sldId="264"/>
            <ac:spMk id="9" creationId="{3219018B-0E59-B571-DF90-A0BACA391581}"/>
          </ac:spMkLst>
        </pc:spChg>
        <pc:spChg chg="add mod">
          <ac:chgData name="aakash kadam" userId="e280a1526d9a17c4" providerId="LiveId" clId="{8460D268-94FF-4B85-9775-D356A37EFD4D}" dt="2026-08-24T19:46:57.409" v="619" actId="404"/>
          <ac:spMkLst>
            <pc:docMk/>
            <pc:sldMk cId="786145557" sldId="264"/>
            <ac:spMk id="12" creationId="{3AA264AA-FB75-689E-A2C0-E75704AD8C09}"/>
          </ac:spMkLst>
        </pc:spChg>
        <pc:spChg chg="add del mod ord">
          <ac:chgData name="aakash kadam" userId="e280a1526d9a17c4" providerId="LiveId" clId="{8460D268-94FF-4B85-9775-D356A37EFD4D}" dt="2026-08-24T20:54:44.798" v="1309" actId="700"/>
          <ac:spMkLst>
            <pc:docMk/>
            <pc:sldMk cId="786145557" sldId="264"/>
            <ac:spMk id="15" creationId="{FB92EED1-A5EE-5074-2EE6-28217CDCDE51}"/>
          </ac:spMkLst>
        </pc:spChg>
        <pc:spChg chg="add del mod ord">
          <ac:chgData name="aakash kadam" userId="e280a1526d9a17c4" providerId="LiveId" clId="{8460D268-94FF-4B85-9775-D356A37EFD4D}" dt="2026-08-24T20:54:44.798" v="1309" actId="700"/>
          <ac:spMkLst>
            <pc:docMk/>
            <pc:sldMk cId="786145557" sldId="264"/>
            <ac:spMk id="16" creationId="{3C4C3EDE-277F-C323-2034-D0C3FA865517}"/>
          </ac:spMkLst>
        </pc:spChg>
        <pc:spChg chg="add del mod ord">
          <ac:chgData name="aakash kadam" userId="e280a1526d9a17c4" providerId="LiveId" clId="{8460D268-94FF-4B85-9775-D356A37EFD4D}" dt="2026-08-24T20:55:16.471" v="1311" actId="700"/>
          <ac:spMkLst>
            <pc:docMk/>
            <pc:sldMk cId="786145557" sldId="264"/>
            <ac:spMk id="17" creationId="{0CA23940-B3CD-24F9-9B4C-574CAE0899F6}"/>
          </ac:spMkLst>
        </pc:spChg>
        <pc:spChg chg="add del mod ord">
          <ac:chgData name="aakash kadam" userId="e280a1526d9a17c4" providerId="LiveId" clId="{8460D268-94FF-4B85-9775-D356A37EFD4D}" dt="2026-08-24T20:55:39.651" v="1313" actId="700"/>
          <ac:spMkLst>
            <pc:docMk/>
            <pc:sldMk cId="786145557" sldId="264"/>
            <ac:spMk id="18" creationId="{D73F801B-9796-830D-DB4C-02B8487EC137}"/>
          </ac:spMkLst>
        </pc:spChg>
        <pc:spChg chg="add del mod ord">
          <ac:chgData name="aakash kadam" userId="e280a1526d9a17c4" providerId="LiveId" clId="{8460D268-94FF-4B85-9775-D356A37EFD4D}" dt="2026-08-24T20:55:55.078" v="1314" actId="700"/>
          <ac:spMkLst>
            <pc:docMk/>
            <pc:sldMk cId="786145557" sldId="264"/>
            <ac:spMk id="19" creationId="{23C4E5F3-4D9E-3A02-3D77-7CC52A28CC88}"/>
          </ac:spMkLst>
        </pc:spChg>
        <pc:picChg chg="add mod">
          <ac:chgData name="aakash kadam" userId="e280a1526d9a17c4" providerId="LiveId" clId="{8460D268-94FF-4B85-9775-D356A37EFD4D}" dt="2026-08-24T19:42:00.319" v="602" actId="1076"/>
          <ac:picMkLst>
            <pc:docMk/>
            <pc:sldMk cId="786145557" sldId="264"/>
            <ac:picMk id="11" creationId="{115D4E6E-6A84-3CA2-F89F-213D88EA0118}"/>
          </ac:picMkLst>
        </pc:picChg>
        <pc:picChg chg="add mod">
          <ac:chgData name="aakash kadam" userId="e280a1526d9a17c4" providerId="LiveId" clId="{8460D268-94FF-4B85-9775-D356A37EFD4D}" dt="2026-08-24T19:42:37.863" v="606" actId="14100"/>
          <ac:picMkLst>
            <pc:docMk/>
            <pc:sldMk cId="786145557" sldId="264"/>
            <ac:picMk id="14" creationId="{33D4EE42-85FD-F1CA-F126-27DF775BDF5E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1:04:37.138" v="1357" actId="21"/>
        <pc:sldMkLst>
          <pc:docMk/>
          <pc:sldMk cId="1290903835" sldId="265"/>
        </pc:sldMkLst>
        <pc:spChg chg="del mod">
          <ac:chgData name="aakash kadam" userId="e280a1526d9a17c4" providerId="LiveId" clId="{8460D268-94FF-4B85-9775-D356A37EFD4D}" dt="2026-08-24T19:51:01.325" v="710" actId="21"/>
          <ac:spMkLst>
            <pc:docMk/>
            <pc:sldMk cId="1290903835" sldId="265"/>
            <ac:spMk id="2" creationId="{B6C261A6-CFD8-572E-40A2-E489BC71654F}"/>
          </ac:spMkLst>
        </pc:spChg>
        <pc:spChg chg="del mod">
          <ac:chgData name="aakash kadam" userId="e280a1526d9a17c4" providerId="LiveId" clId="{8460D268-94FF-4B85-9775-D356A37EFD4D}" dt="2026-08-24T19:49:15.586" v="631" actId="21"/>
          <ac:spMkLst>
            <pc:docMk/>
            <pc:sldMk cId="1290903835" sldId="265"/>
            <ac:spMk id="3" creationId="{B755A87C-EC30-5DB3-3329-345FE751ED9B}"/>
          </ac:spMkLst>
        </pc:spChg>
        <pc:spChg chg="add del mod">
          <ac:chgData name="aakash kadam" userId="e280a1526d9a17c4" providerId="LiveId" clId="{8460D268-94FF-4B85-9775-D356A37EFD4D}" dt="2026-08-24T19:49:15.615" v="633"/>
          <ac:spMkLst>
            <pc:docMk/>
            <pc:sldMk cId="1290903835" sldId="265"/>
            <ac:spMk id="4" creationId="{9710BA09-8096-3FAC-B6E3-59D5FA278DCF}"/>
          </ac:spMkLst>
        </pc:spChg>
        <pc:spChg chg="add del mod">
          <ac:chgData name="aakash kadam" userId="e280a1526d9a17c4" providerId="LiveId" clId="{8460D268-94FF-4B85-9775-D356A37EFD4D}" dt="2026-08-24T19:49:15.615" v="635"/>
          <ac:spMkLst>
            <pc:docMk/>
            <pc:sldMk cId="1290903835" sldId="265"/>
            <ac:spMk id="5" creationId="{EFF26EB2-134B-2DD6-2ECD-C478B441D679}"/>
          </ac:spMkLst>
        </pc:spChg>
        <pc:spChg chg="add del mod">
          <ac:chgData name="aakash kadam" userId="e280a1526d9a17c4" providerId="LiveId" clId="{8460D268-94FF-4B85-9775-D356A37EFD4D}" dt="2026-08-24T19:49:15.615" v="637"/>
          <ac:spMkLst>
            <pc:docMk/>
            <pc:sldMk cId="1290903835" sldId="265"/>
            <ac:spMk id="6" creationId="{2D34AD26-C48F-6E54-E07E-3B84265E5B8A}"/>
          </ac:spMkLst>
        </pc:spChg>
        <pc:spChg chg="add mod">
          <ac:chgData name="aakash kadam" userId="e280a1526d9a17c4" providerId="LiveId" clId="{8460D268-94FF-4B85-9775-D356A37EFD4D}" dt="2026-08-24T20:19:47.563" v="1101" actId="1076"/>
          <ac:spMkLst>
            <pc:docMk/>
            <pc:sldMk cId="1290903835" sldId="265"/>
            <ac:spMk id="7" creationId="{E1F918D7-2F4E-58EC-7974-72DCE6175DD4}"/>
          </ac:spMkLst>
        </pc:spChg>
        <pc:spChg chg="add del mod">
          <ac:chgData name="aakash kadam" userId="e280a1526d9a17c4" providerId="LiveId" clId="{8460D268-94FF-4B85-9775-D356A37EFD4D}" dt="2026-08-24T19:49:15.615" v="639"/>
          <ac:spMkLst>
            <pc:docMk/>
            <pc:sldMk cId="1290903835" sldId="265"/>
            <ac:spMk id="8" creationId="{87CA63AA-361B-207C-291F-D8253E4FD625}"/>
          </ac:spMkLst>
        </pc:spChg>
        <pc:spChg chg="add del mod">
          <ac:chgData name="aakash kadam" userId="e280a1526d9a17c4" providerId="LiveId" clId="{8460D268-94FF-4B85-9775-D356A37EFD4D}" dt="2026-08-24T19:49:22.804" v="640" actId="21"/>
          <ac:spMkLst>
            <pc:docMk/>
            <pc:sldMk cId="1290903835" sldId="265"/>
            <ac:spMk id="10" creationId="{547CB9AF-DB1D-38FB-420F-3EE9736206B8}"/>
          </ac:spMkLst>
        </pc:spChg>
        <pc:spChg chg="add del mod">
          <ac:chgData name="aakash kadam" userId="e280a1526d9a17c4" providerId="LiveId" clId="{8460D268-94FF-4B85-9775-D356A37EFD4D}" dt="2026-08-24T19:51:20.402" v="712" actId="21"/>
          <ac:spMkLst>
            <pc:docMk/>
            <pc:sldMk cId="1290903835" sldId="265"/>
            <ac:spMk id="12" creationId="{B0230C34-AD45-71CB-0C27-A7E454FD0C14}"/>
          </ac:spMkLst>
        </pc:spChg>
        <pc:spChg chg="add del mod">
          <ac:chgData name="aakash kadam" userId="e280a1526d9a17c4" providerId="LiveId" clId="{8460D268-94FF-4B85-9775-D356A37EFD4D}" dt="2026-08-24T19:52:25.497" v="721"/>
          <ac:spMkLst>
            <pc:docMk/>
            <pc:sldMk cId="1290903835" sldId="265"/>
            <ac:spMk id="13" creationId="{2CE870D7-8BC8-BC87-AB3D-C07A53B32AAA}"/>
          </ac:spMkLst>
        </pc:spChg>
        <pc:spChg chg="add mod">
          <ac:chgData name="aakash kadam" userId="e280a1526d9a17c4" providerId="LiveId" clId="{8460D268-94FF-4B85-9775-D356A37EFD4D}" dt="2026-08-24T20:52:16.631" v="1296" actId="1076"/>
          <ac:spMkLst>
            <pc:docMk/>
            <pc:sldMk cId="1290903835" sldId="265"/>
            <ac:spMk id="14" creationId="{EA6708E3-22C9-B90F-6B48-2FDC7E80F61E}"/>
          </ac:spMkLst>
        </pc:spChg>
        <pc:spChg chg="add del mod">
          <ac:chgData name="aakash kadam" userId="e280a1526d9a17c4" providerId="LiveId" clId="{8460D268-94FF-4B85-9775-D356A37EFD4D}" dt="2026-08-24T19:54:16.600" v="740"/>
          <ac:spMkLst>
            <pc:docMk/>
            <pc:sldMk cId="1290903835" sldId="265"/>
            <ac:spMk id="15" creationId="{CCCFF17C-C24B-6135-FFD9-795F28D42633}"/>
          </ac:spMkLst>
        </pc:spChg>
        <pc:spChg chg="add mod">
          <ac:chgData name="aakash kadam" userId="e280a1526d9a17c4" providerId="LiveId" clId="{8460D268-94FF-4B85-9775-D356A37EFD4D}" dt="2026-08-24T20:20:25.246" v="1106" actId="404"/>
          <ac:spMkLst>
            <pc:docMk/>
            <pc:sldMk cId="1290903835" sldId="265"/>
            <ac:spMk id="18" creationId="{9F0961B0-C428-40D4-9034-406F79739E7C}"/>
          </ac:spMkLst>
        </pc:spChg>
        <pc:spChg chg="add mod">
          <ac:chgData name="aakash kadam" userId="e280a1526d9a17c4" providerId="LiveId" clId="{8460D268-94FF-4B85-9775-D356A37EFD4D}" dt="2026-08-24T20:21:02.718" v="1118" actId="21"/>
          <ac:spMkLst>
            <pc:docMk/>
            <pc:sldMk cId="1290903835" sldId="265"/>
            <ac:spMk id="19" creationId="{069A1482-1238-918B-AEB7-926206B58907}"/>
          </ac:spMkLst>
        </pc:spChg>
        <pc:spChg chg="add del mod">
          <ac:chgData name="aakash kadam" userId="e280a1526d9a17c4" providerId="LiveId" clId="{8460D268-94FF-4B85-9775-D356A37EFD4D}" dt="2026-08-24T20:01:00.635" v="919"/>
          <ac:spMkLst>
            <pc:docMk/>
            <pc:sldMk cId="1290903835" sldId="265"/>
            <ac:spMk id="20" creationId="{7868332C-7D59-6426-C0C4-6F26B676FD83}"/>
          </ac:spMkLst>
        </pc:spChg>
        <pc:spChg chg="add mod">
          <ac:chgData name="aakash kadam" userId="e280a1526d9a17c4" providerId="LiveId" clId="{8460D268-94FF-4B85-9775-D356A37EFD4D}" dt="2026-08-24T20:19:39.973" v="1100" actId="1076"/>
          <ac:spMkLst>
            <pc:docMk/>
            <pc:sldMk cId="1290903835" sldId="265"/>
            <ac:spMk id="23" creationId="{49591BD4-17AC-740D-9130-DBF0CF0BD160}"/>
          </ac:spMkLst>
        </pc:spChg>
        <pc:spChg chg="add mod">
          <ac:chgData name="aakash kadam" userId="e280a1526d9a17c4" providerId="LiveId" clId="{8460D268-94FF-4B85-9775-D356A37EFD4D}" dt="2026-08-24T20:21:47.186" v="1125" actId="20577"/>
          <ac:spMkLst>
            <pc:docMk/>
            <pc:sldMk cId="1290903835" sldId="265"/>
            <ac:spMk id="24" creationId="{101120E8-9495-8941-F90A-256AB52127CE}"/>
          </ac:spMkLst>
        </pc:spChg>
        <pc:spChg chg="add del mod ord">
          <ac:chgData name="aakash kadam" userId="e280a1526d9a17c4" providerId="LiveId" clId="{8460D268-94FF-4B85-9775-D356A37EFD4D}" dt="2026-08-24T20:49:21.578" v="1283" actId="700"/>
          <ac:spMkLst>
            <pc:docMk/>
            <pc:sldMk cId="1290903835" sldId="265"/>
            <ac:spMk id="25" creationId="{EC688AC6-FB1C-BB70-3F68-4C0895DDDBBD}"/>
          </ac:spMkLst>
        </pc:spChg>
        <pc:spChg chg="add del mod ord">
          <ac:chgData name="aakash kadam" userId="e280a1526d9a17c4" providerId="LiveId" clId="{8460D268-94FF-4B85-9775-D356A37EFD4D}" dt="2026-08-24T20:49:21.578" v="1283" actId="700"/>
          <ac:spMkLst>
            <pc:docMk/>
            <pc:sldMk cId="1290903835" sldId="265"/>
            <ac:spMk id="26" creationId="{68ED22CA-2429-28D2-35D0-ACE2074511F8}"/>
          </ac:spMkLst>
        </pc:spChg>
        <pc:spChg chg="add del mod ord">
          <ac:chgData name="aakash kadam" userId="e280a1526d9a17c4" providerId="LiveId" clId="{8460D268-94FF-4B85-9775-D356A37EFD4D}" dt="2026-08-24T20:49:34.500" v="1284" actId="700"/>
          <ac:spMkLst>
            <pc:docMk/>
            <pc:sldMk cId="1290903835" sldId="265"/>
            <ac:spMk id="27" creationId="{542317EF-3FF9-0AA4-4575-DDCE5BB13D1B}"/>
          </ac:spMkLst>
        </pc:spChg>
        <pc:spChg chg="add del mod ord">
          <ac:chgData name="aakash kadam" userId="e280a1526d9a17c4" providerId="LiveId" clId="{8460D268-94FF-4B85-9775-D356A37EFD4D}" dt="2026-08-24T20:49:34.500" v="1284" actId="700"/>
          <ac:spMkLst>
            <pc:docMk/>
            <pc:sldMk cId="1290903835" sldId="265"/>
            <ac:spMk id="28" creationId="{FC0665B6-9A75-2C19-5732-D03E73CC4DD0}"/>
          </ac:spMkLst>
        </pc:spChg>
        <pc:spChg chg="add del mod ord">
          <ac:chgData name="aakash kadam" userId="e280a1526d9a17c4" providerId="LiveId" clId="{8460D268-94FF-4B85-9775-D356A37EFD4D}" dt="2026-08-24T20:49:43.618" v="1285" actId="700"/>
          <ac:spMkLst>
            <pc:docMk/>
            <pc:sldMk cId="1290903835" sldId="265"/>
            <ac:spMk id="29" creationId="{9C01636B-36D7-7D53-1ECB-88EF66890AC2}"/>
          </ac:spMkLst>
        </pc:spChg>
        <pc:spChg chg="add del mod ord">
          <ac:chgData name="aakash kadam" userId="e280a1526d9a17c4" providerId="LiveId" clId="{8460D268-94FF-4B85-9775-D356A37EFD4D}" dt="2026-08-24T20:49:43.618" v="1285" actId="700"/>
          <ac:spMkLst>
            <pc:docMk/>
            <pc:sldMk cId="1290903835" sldId="265"/>
            <ac:spMk id="30" creationId="{02222F0D-AB75-7247-3910-79CC036C1F68}"/>
          </ac:spMkLst>
        </pc:spChg>
        <pc:spChg chg="add del mod ord">
          <ac:chgData name="aakash kadam" userId="e280a1526d9a17c4" providerId="LiveId" clId="{8460D268-94FF-4B85-9775-D356A37EFD4D}" dt="2026-08-24T20:49:49.974" v="1286" actId="700"/>
          <ac:spMkLst>
            <pc:docMk/>
            <pc:sldMk cId="1290903835" sldId="265"/>
            <ac:spMk id="31" creationId="{215709FD-DC0F-9F40-61BE-A1B5D37F0DDC}"/>
          </ac:spMkLst>
        </pc:spChg>
        <pc:spChg chg="add del mod ord">
          <ac:chgData name="aakash kadam" userId="e280a1526d9a17c4" providerId="LiveId" clId="{8460D268-94FF-4B85-9775-D356A37EFD4D}" dt="2026-08-24T20:49:49.974" v="1286" actId="700"/>
          <ac:spMkLst>
            <pc:docMk/>
            <pc:sldMk cId="1290903835" sldId="265"/>
            <ac:spMk id="32" creationId="{B3078A90-8C3D-FDA0-5DC7-8D7C486BA4D1}"/>
          </ac:spMkLst>
        </pc:spChg>
        <pc:spChg chg="add del mod ord">
          <ac:chgData name="aakash kadam" userId="e280a1526d9a17c4" providerId="LiveId" clId="{8460D268-94FF-4B85-9775-D356A37EFD4D}" dt="2026-08-24T20:50:00.004" v="1287" actId="21"/>
          <ac:spMkLst>
            <pc:docMk/>
            <pc:sldMk cId="1290903835" sldId="265"/>
            <ac:spMk id="33" creationId="{3FC188F0-1435-D5A3-F993-B0528F990603}"/>
          </ac:spMkLst>
        </pc:spChg>
        <pc:spChg chg="add del mod ord">
          <ac:chgData name="aakash kadam" userId="e280a1526d9a17c4" providerId="LiveId" clId="{8460D268-94FF-4B85-9775-D356A37EFD4D}" dt="2026-08-24T20:50:53.207" v="1289" actId="700"/>
          <ac:spMkLst>
            <pc:docMk/>
            <pc:sldMk cId="1290903835" sldId="265"/>
            <ac:spMk id="34" creationId="{EB31CC47-593E-69AE-55BF-A3075F72F87C}"/>
          </ac:spMkLst>
        </pc:spChg>
        <pc:spChg chg="add del mod ord">
          <ac:chgData name="aakash kadam" userId="e280a1526d9a17c4" providerId="LiveId" clId="{8460D268-94FF-4B85-9775-D356A37EFD4D}" dt="2026-08-24T20:50:53.207" v="1289" actId="700"/>
          <ac:spMkLst>
            <pc:docMk/>
            <pc:sldMk cId="1290903835" sldId="265"/>
            <ac:spMk id="35" creationId="{FE4113CC-1A3B-AFEB-8E95-28BE3C420675}"/>
          </ac:spMkLst>
        </pc:spChg>
        <pc:spChg chg="add del mod ord">
          <ac:chgData name="aakash kadam" userId="e280a1526d9a17c4" providerId="LiveId" clId="{8460D268-94FF-4B85-9775-D356A37EFD4D}" dt="2026-08-24T20:51:11.412" v="1290" actId="700"/>
          <ac:spMkLst>
            <pc:docMk/>
            <pc:sldMk cId="1290903835" sldId="265"/>
            <ac:spMk id="36" creationId="{C1C66A67-3FB9-3F69-58A5-9A4D9E60CBBB}"/>
          </ac:spMkLst>
        </pc:spChg>
        <pc:spChg chg="add del mod ord">
          <ac:chgData name="aakash kadam" userId="e280a1526d9a17c4" providerId="LiveId" clId="{8460D268-94FF-4B85-9775-D356A37EFD4D}" dt="2026-08-24T20:51:11.412" v="1290" actId="700"/>
          <ac:spMkLst>
            <pc:docMk/>
            <pc:sldMk cId="1290903835" sldId="265"/>
            <ac:spMk id="37" creationId="{6AE23B22-14D6-0807-1954-1FC8DBB83CE9}"/>
          </ac:spMkLst>
        </pc:spChg>
        <pc:spChg chg="add del mod ord">
          <ac:chgData name="aakash kadam" userId="e280a1526d9a17c4" providerId="LiveId" clId="{8460D268-94FF-4B85-9775-D356A37EFD4D}" dt="2026-08-24T20:51:30.055" v="1292" actId="700"/>
          <ac:spMkLst>
            <pc:docMk/>
            <pc:sldMk cId="1290903835" sldId="265"/>
            <ac:spMk id="38" creationId="{099D44E6-D9CD-C136-55EE-48A7AF47B1E8}"/>
          </ac:spMkLst>
        </pc:spChg>
        <pc:spChg chg="add del mod ord">
          <ac:chgData name="aakash kadam" userId="e280a1526d9a17c4" providerId="LiveId" clId="{8460D268-94FF-4B85-9775-D356A37EFD4D}" dt="2026-08-24T20:51:30.055" v="1292" actId="700"/>
          <ac:spMkLst>
            <pc:docMk/>
            <pc:sldMk cId="1290903835" sldId="265"/>
            <ac:spMk id="39" creationId="{4951724F-43B1-CE01-FF19-D41FCFDE4897}"/>
          </ac:spMkLst>
        </pc:spChg>
        <pc:spChg chg="add del mod ord">
          <ac:chgData name="aakash kadam" userId="e280a1526d9a17c4" providerId="LiveId" clId="{8460D268-94FF-4B85-9775-D356A37EFD4D}" dt="2026-08-24T20:51:44.137" v="1293" actId="21"/>
          <ac:spMkLst>
            <pc:docMk/>
            <pc:sldMk cId="1290903835" sldId="265"/>
            <ac:spMk id="40" creationId="{EFA77F99-5864-C713-1F0C-AA97250DDCA1}"/>
          </ac:spMkLst>
        </pc:spChg>
        <pc:spChg chg="add del mod ord">
          <ac:chgData name="aakash kadam" userId="e280a1526d9a17c4" providerId="LiveId" clId="{8460D268-94FF-4B85-9775-D356A37EFD4D}" dt="2026-08-24T20:51:54.296" v="1294" actId="21"/>
          <ac:spMkLst>
            <pc:docMk/>
            <pc:sldMk cId="1290903835" sldId="265"/>
            <ac:spMk id="41" creationId="{D365076F-C607-2416-C558-1501972666F2}"/>
          </ac:spMkLst>
        </pc:spChg>
        <pc:spChg chg="add del mod ord">
          <ac:chgData name="aakash kadam" userId="e280a1526d9a17c4" providerId="LiveId" clId="{8460D268-94FF-4B85-9775-D356A37EFD4D}" dt="2026-08-24T21:04:37.138" v="1357" actId="21"/>
          <ac:spMkLst>
            <pc:docMk/>
            <pc:sldMk cId="1290903835" sldId="265"/>
            <ac:spMk id="42" creationId="{DE372DAD-AC97-1276-C0AB-75C957811E05}"/>
          </ac:spMkLst>
        </pc:spChg>
        <pc:spChg chg="add del mod ord">
          <ac:chgData name="aakash kadam" userId="e280a1526d9a17c4" providerId="LiveId" clId="{8460D268-94FF-4B85-9775-D356A37EFD4D}" dt="2026-08-24T21:04:27.173" v="1355" actId="21"/>
          <ac:spMkLst>
            <pc:docMk/>
            <pc:sldMk cId="1290903835" sldId="265"/>
            <ac:spMk id="43" creationId="{0E56BD0A-0A92-3C29-8B00-8DF9B8927B84}"/>
          </ac:spMkLst>
        </pc:spChg>
        <pc:picChg chg="add mod">
          <ac:chgData name="aakash kadam" userId="e280a1526d9a17c4" providerId="LiveId" clId="{8460D268-94FF-4B85-9775-D356A37EFD4D}" dt="2026-08-24T20:52:07.528" v="1295" actId="1076"/>
          <ac:picMkLst>
            <pc:docMk/>
            <pc:sldMk cId="1290903835" sldId="265"/>
            <ac:picMk id="17" creationId="{7F6FFD73-5B0C-0D40-5C53-14E82A7D662B}"/>
          </ac:picMkLst>
        </pc:picChg>
        <pc:picChg chg="add mod">
          <ac:chgData name="aakash kadam" userId="e280a1526d9a17c4" providerId="LiveId" clId="{8460D268-94FF-4B85-9775-D356A37EFD4D}" dt="2026-08-24T20:16:50.019" v="1037" actId="14100"/>
          <ac:picMkLst>
            <pc:docMk/>
            <pc:sldMk cId="1290903835" sldId="265"/>
            <ac:picMk id="22" creationId="{E2CFF496-97D8-59C5-D17A-5E1ACD909F1C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0:54:01.552" v="1306" actId="21"/>
        <pc:sldMkLst>
          <pc:docMk/>
          <pc:sldMk cId="2943124207" sldId="266"/>
        </pc:sldMkLst>
        <pc:spChg chg="del">
          <ac:chgData name="aakash kadam" userId="e280a1526d9a17c4" providerId="LiveId" clId="{8460D268-94FF-4B85-9775-D356A37EFD4D}" dt="2026-08-24T20:06:21.805" v="926" actId="21"/>
          <ac:spMkLst>
            <pc:docMk/>
            <pc:sldMk cId="2943124207" sldId="266"/>
            <ac:spMk id="2" creationId="{441F5C41-6BE1-D887-A272-1948E53059F1}"/>
          </ac:spMkLst>
        </pc:spChg>
        <pc:spChg chg="del">
          <ac:chgData name="aakash kadam" userId="e280a1526d9a17c4" providerId="LiveId" clId="{8460D268-94FF-4B85-9775-D356A37EFD4D}" dt="2026-08-24T20:06:33.314" v="927" actId="21"/>
          <ac:spMkLst>
            <pc:docMk/>
            <pc:sldMk cId="2943124207" sldId="266"/>
            <ac:spMk id="3" creationId="{E19F1748-FA55-430B-DD8D-5135CFDF4E85}"/>
          </ac:spMkLst>
        </pc:spChg>
        <pc:spChg chg="add mod">
          <ac:chgData name="aakash kadam" userId="e280a1526d9a17c4" providerId="LiveId" clId="{8460D268-94FF-4B85-9775-D356A37EFD4D}" dt="2026-08-24T20:42:37.407" v="1246" actId="6559"/>
          <ac:spMkLst>
            <pc:docMk/>
            <pc:sldMk cId="2943124207" sldId="266"/>
            <ac:spMk id="4" creationId="{3BF50DFA-1AA3-5B17-4450-7EFE9F3872EE}"/>
          </ac:spMkLst>
        </pc:spChg>
        <pc:spChg chg="add mod">
          <ac:chgData name="aakash kadam" userId="e280a1526d9a17c4" providerId="LiveId" clId="{8460D268-94FF-4B85-9775-D356A37EFD4D}" dt="2026-08-24T20:06:42.135" v="929"/>
          <ac:spMkLst>
            <pc:docMk/>
            <pc:sldMk cId="2943124207" sldId="266"/>
            <ac:spMk id="5" creationId="{E19F1748-FA55-430B-DD8D-5135CFDF4E85}"/>
          </ac:spMkLst>
        </pc:spChg>
        <pc:spChg chg="add mod">
          <ac:chgData name="aakash kadam" userId="e280a1526d9a17c4" providerId="LiveId" clId="{8460D268-94FF-4B85-9775-D356A37EFD4D}" dt="2026-08-24T20:42:45.391" v="1247" actId="1076"/>
          <ac:spMkLst>
            <pc:docMk/>
            <pc:sldMk cId="2943124207" sldId="266"/>
            <ac:spMk id="6" creationId="{90843E60-6047-A070-AB6D-572B6DEBDF40}"/>
          </ac:spMkLst>
        </pc:spChg>
        <pc:spChg chg="add del mod ord">
          <ac:chgData name="aakash kadam" userId="e280a1526d9a17c4" providerId="LiveId" clId="{8460D268-94FF-4B85-9775-D356A37EFD4D}" dt="2026-08-24T20:53:32.279" v="1302" actId="700"/>
          <ac:spMkLst>
            <pc:docMk/>
            <pc:sldMk cId="2943124207" sldId="266"/>
            <ac:spMk id="7" creationId="{DD3447C5-ED55-5A6F-5C2E-73CEB7426FFC}"/>
          </ac:spMkLst>
        </pc:spChg>
        <pc:spChg chg="add del mod ord">
          <ac:chgData name="aakash kadam" userId="e280a1526d9a17c4" providerId="LiveId" clId="{8460D268-94FF-4B85-9775-D356A37EFD4D}" dt="2026-08-24T20:53:32.279" v="1302" actId="700"/>
          <ac:spMkLst>
            <pc:docMk/>
            <pc:sldMk cId="2943124207" sldId="266"/>
            <ac:spMk id="8" creationId="{F272286A-11E4-0422-2072-22EE22EDB196}"/>
          </ac:spMkLst>
        </pc:spChg>
        <pc:spChg chg="add del mod ord">
          <ac:chgData name="aakash kadam" userId="e280a1526d9a17c4" providerId="LiveId" clId="{8460D268-94FF-4B85-9775-D356A37EFD4D}" dt="2026-08-24T20:53:32.279" v="1302" actId="700"/>
          <ac:spMkLst>
            <pc:docMk/>
            <pc:sldMk cId="2943124207" sldId="266"/>
            <ac:spMk id="9" creationId="{8194BAE1-6F96-B770-6799-C3E50082072E}"/>
          </ac:spMkLst>
        </pc:spChg>
        <pc:spChg chg="add del mod ord">
          <ac:chgData name="aakash kadam" userId="e280a1526d9a17c4" providerId="LiveId" clId="{8460D268-94FF-4B85-9775-D356A37EFD4D}" dt="2026-08-24T20:53:43.227" v="1304" actId="700"/>
          <ac:spMkLst>
            <pc:docMk/>
            <pc:sldMk cId="2943124207" sldId="266"/>
            <ac:spMk id="10" creationId="{0F717F14-E92F-9B40-062C-70B7E6F1C679}"/>
          </ac:spMkLst>
        </pc:spChg>
        <pc:spChg chg="add del mod ord">
          <ac:chgData name="aakash kadam" userId="e280a1526d9a17c4" providerId="LiveId" clId="{8460D268-94FF-4B85-9775-D356A37EFD4D}" dt="2026-08-24T20:53:43.227" v="1304" actId="700"/>
          <ac:spMkLst>
            <pc:docMk/>
            <pc:sldMk cId="2943124207" sldId="266"/>
            <ac:spMk id="11" creationId="{BC18B27B-5B64-1D84-A000-742E42A713EC}"/>
          </ac:spMkLst>
        </pc:spChg>
        <pc:spChg chg="add del mod ord">
          <ac:chgData name="aakash kadam" userId="e280a1526d9a17c4" providerId="LiveId" clId="{8460D268-94FF-4B85-9775-D356A37EFD4D}" dt="2026-08-24T20:53:56.352" v="1305" actId="21"/>
          <ac:spMkLst>
            <pc:docMk/>
            <pc:sldMk cId="2943124207" sldId="266"/>
            <ac:spMk id="12" creationId="{9BAAD7C3-4E87-AFAC-BEFC-819BF021104C}"/>
          </ac:spMkLst>
        </pc:spChg>
        <pc:spChg chg="add del mod ord">
          <ac:chgData name="aakash kadam" userId="e280a1526d9a17c4" providerId="LiveId" clId="{8460D268-94FF-4B85-9775-D356A37EFD4D}" dt="2026-08-24T20:54:01.552" v="1306" actId="21"/>
          <ac:spMkLst>
            <pc:docMk/>
            <pc:sldMk cId="2943124207" sldId="266"/>
            <ac:spMk id="13" creationId="{2DA85202-43B0-D573-0A78-7CDA00D4EF51}"/>
          </ac:spMkLst>
        </pc:spChg>
      </pc:sldChg>
      <pc:sldChg chg="addSp delSp modSp new mod modClrScheme chgLayout">
        <pc:chgData name="aakash kadam" userId="e280a1526d9a17c4" providerId="LiveId" clId="{8460D268-94FF-4B85-9775-D356A37EFD4D}" dt="2026-08-24T21:05:22.424" v="1359" actId="21"/>
        <pc:sldMkLst>
          <pc:docMk/>
          <pc:sldMk cId="3265661878" sldId="267"/>
        </pc:sldMkLst>
        <pc:spChg chg="del">
          <ac:chgData name="aakash kadam" userId="e280a1526d9a17c4" providerId="LiveId" clId="{8460D268-94FF-4B85-9775-D356A37EFD4D}" dt="2026-08-24T20:09:54.094" v="954" actId="21"/>
          <ac:spMkLst>
            <pc:docMk/>
            <pc:sldMk cId="3265661878" sldId="267"/>
            <ac:spMk id="2" creationId="{9D0C6E8F-058B-AA39-EBA7-982A8E061D88}"/>
          </ac:spMkLst>
        </pc:spChg>
        <pc:spChg chg="del">
          <ac:chgData name="aakash kadam" userId="e280a1526d9a17c4" providerId="LiveId" clId="{8460D268-94FF-4B85-9775-D356A37EFD4D}" dt="2026-08-24T20:09:58.645" v="955" actId="21"/>
          <ac:spMkLst>
            <pc:docMk/>
            <pc:sldMk cId="3265661878" sldId="267"/>
            <ac:spMk id="3" creationId="{2EA1F59B-0B49-266F-A7A6-F7DD6E78BDBE}"/>
          </ac:spMkLst>
        </pc:spChg>
        <pc:spChg chg="add mod">
          <ac:chgData name="aakash kadam" userId="e280a1526d9a17c4" providerId="LiveId" clId="{8460D268-94FF-4B85-9775-D356A37EFD4D}" dt="2026-08-24T20:43:31.799" v="1251" actId="1076"/>
          <ac:spMkLst>
            <pc:docMk/>
            <pc:sldMk cId="3265661878" sldId="267"/>
            <ac:spMk id="4" creationId="{7A5C9CF7-71A8-A36B-C825-640274562E29}"/>
          </ac:spMkLst>
        </pc:spChg>
        <pc:spChg chg="add mod">
          <ac:chgData name="aakash kadam" userId="e280a1526d9a17c4" providerId="LiveId" clId="{8460D268-94FF-4B85-9775-D356A37EFD4D}" dt="2026-08-24T20:43:40.841" v="1252" actId="1076"/>
          <ac:spMkLst>
            <pc:docMk/>
            <pc:sldMk cId="3265661878" sldId="267"/>
            <ac:spMk id="5" creationId="{3D0BE264-9685-413A-12B5-4AF4EAF8D06A}"/>
          </ac:spMkLst>
        </pc:spChg>
        <pc:spChg chg="add del mod">
          <ac:chgData name="aakash kadam" userId="e280a1526d9a17c4" providerId="LiveId" clId="{8460D268-94FF-4B85-9775-D356A37EFD4D}" dt="2026-08-24T20:12:33.411" v="978"/>
          <ac:spMkLst>
            <pc:docMk/>
            <pc:sldMk cId="3265661878" sldId="267"/>
            <ac:spMk id="6" creationId="{6811ADA5-C546-8C9B-1783-5641ED205A0C}"/>
          </ac:spMkLst>
        </pc:spChg>
        <pc:spChg chg="add del mod ord">
          <ac:chgData name="aakash kadam" userId="e280a1526d9a17c4" providerId="LiveId" clId="{8460D268-94FF-4B85-9775-D356A37EFD4D}" dt="2026-08-24T20:52:51.190" v="1298" actId="700"/>
          <ac:spMkLst>
            <pc:docMk/>
            <pc:sldMk cId="3265661878" sldId="267"/>
            <ac:spMk id="7" creationId="{B2640B09-649D-8C9A-9418-B581BD0C4E46}"/>
          </ac:spMkLst>
        </pc:spChg>
        <pc:spChg chg="add del mod ord">
          <ac:chgData name="aakash kadam" userId="e280a1526d9a17c4" providerId="LiveId" clId="{8460D268-94FF-4B85-9775-D356A37EFD4D}" dt="2026-08-24T20:52:51.190" v="1298" actId="700"/>
          <ac:spMkLst>
            <pc:docMk/>
            <pc:sldMk cId="3265661878" sldId="267"/>
            <ac:spMk id="8" creationId="{B2B69C47-B6B4-F959-8F77-F7D68DD6DC31}"/>
          </ac:spMkLst>
        </pc:spChg>
        <pc:spChg chg="add del mod ord">
          <ac:chgData name="aakash kadam" userId="e280a1526d9a17c4" providerId="LiveId" clId="{8460D268-94FF-4B85-9775-D356A37EFD4D}" dt="2026-08-24T20:53:06.836" v="1299" actId="21"/>
          <ac:spMkLst>
            <pc:docMk/>
            <pc:sldMk cId="3265661878" sldId="267"/>
            <ac:spMk id="9" creationId="{C24836E5-52A0-5E49-2F91-A8EC60FAF542}"/>
          </ac:spMkLst>
        </pc:spChg>
        <pc:spChg chg="add del mod ord">
          <ac:chgData name="aakash kadam" userId="e280a1526d9a17c4" providerId="LiveId" clId="{8460D268-94FF-4B85-9775-D356A37EFD4D}" dt="2026-08-24T20:53:12.837" v="1300" actId="21"/>
          <ac:spMkLst>
            <pc:docMk/>
            <pc:sldMk cId="3265661878" sldId="267"/>
            <ac:spMk id="10" creationId="{5BEAD878-1793-12C1-8D6F-716568402DBA}"/>
          </ac:spMkLst>
        </pc:spChg>
        <pc:spChg chg="add mod ord">
          <ac:chgData name="aakash kadam" userId="e280a1526d9a17c4" providerId="LiveId" clId="{8460D268-94FF-4B85-9775-D356A37EFD4D}" dt="2026-08-24T21:05:04.263" v="1358" actId="700"/>
          <ac:spMkLst>
            <pc:docMk/>
            <pc:sldMk cId="3265661878" sldId="267"/>
            <ac:spMk id="11" creationId="{D2E66FC2-2954-8836-B336-71E65D22CAB2}"/>
          </ac:spMkLst>
        </pc:spChg>
        <pc:spChg chg="add del mod ord">
          <ac:chgData name="aakash kadam" userId="e280a1526d9a17c4" providerId="LiveId" clId="{8460D268-94FF-4B85-9775-D356A37EFD4D}" dt="2026-08-24T21:05:22.424" v="1359" actId="21"/>
          <ac:spMkLst>
            <pc:docMk/>
            <pc:sldMk cId="3265661878" sldId="267"/>
            <ac:spMk id="12" creationId="{0C093501-9E3A-656C-60F6-5362AB38CC22}"/>
          </ac:spMkLst>
        </pc:spChg>
      </pc:sldChg>
      <pc:sldChg chg="addSp delSp modSp new mod modClrScheme chgLayout">
        <pc:chgData name="aakash kadam" userId="e280a1526d9a17c4" providerId="LiveId" clId="{8460D268-94FF-4B85-9775-D356A37EFD4D}" dt="2026-08-24T20:48:44.652" v="1281" actId="21"/>
        <pc:sldMkLst>
          <pc:docMk/>
          <pc:sldMk cId="1674160709" sldId="268"/>
        </pc:sldMkLst>
        <pc:spChg chg="del mod ord">
          <ac:chgData name="aakash kadam" userId="e280a1526d9a17c4" providerId="LiveId" clId="{8460D268-94FF-4B85-9775-D356A37EFD4D}" dt="2026-08-24T20:28:32.439" v="1127" actId="700"/>
          <ac:spMkLst>
            <pc:docMk/>
            <pc:sldMk cId="1674160709" sldId="268"/>
            <ac:spMk id="2" creationId="{246089A9-194E-4B2B-1C6F-8C555828C814}"/>
          </ac:spMkLst>
        </pc:spChg>
        <pc:spChg chg="del mod ord">
          <ac:chgData name="aakash kadam" userId="e280a1526d9a17c4" providerId="LiveId" clId="{8460D268-94FF-4B85-9775-D356A37EFD4D}" dt="2026-08-24T20:28:32.439" v="1127" actId="700"/>
          <ac:spMkLst>
            <pc:docMk/>
            <pc:sldMk cId="1674160709" sldId="268"/>
            <ac:spMk id="3" creationId="{717D503F-6A82-A6A1-3CC2-F969F82F9CD2}"/>
          </ac:spMkLst>
        </pc:spChg>
        <pc:spChg chg="add del mod ord">
          <ac:chgData name="aakash kadam" userId="e280a1526d9a17c4" providerId="LiveId" clId="{8460D268-94FF-4B85-9775-D356A37EFD4D}" dt="2026-08-24T20:29:52.948" v="1141" actId="700"/>
          <ac:spMkLst>
            <pc:docMk/>
            <pc:sldMk cId="1674160709" sldId="268"/>
            <ac:spMk id="4" creationId="{6DD4099A-4104-3FC1-4C7E-C7C6B56A7E87}"/>
          </ac:spMkLst>
        </pc:spChg>
        <pc:spChg chg="add del mod ord">
          <ac:chgData name="aakash kadam" userId="e280a1526d9a17c4" providerId="LiveId" clId="{8460D268-94FF-4B85-9775-D356A37EFD4D}" dt="2026-08-24T20:28:38.047" v="1128" actId="21"/>
          <ac:spMkLst>
            <pc:docMk/>
            <pc:sldMk cId="1674160709" sldId="268"/>
            <ac:spMk id="5" creationId="{391F5D66-5595-EBD7-BFF7-D871A7354DE9}"/>
          </ac:spMkLst>
        </pc:spChg>
        <pc:spChg chg="add mod">
          <ac:chgData name="aakash kadam" userId="e280a1526d9a17c4" providerId="LiveId" clId="{8460D268-94FF-4B85-9775-D356A37EFD4D}" dt="2026-08-24T20:29:42.497" v="1140" actId="14100"/>
          <ac:spMkLst>
            <pc:docMk/>
            <pc:sldMk cId="1674160709" sldId="268"/>
            <ac:spMk id="6" creationId="{43308778-CEE3-1929-6BDB-3EAEDAF54131}"/>
          </ac:spMkLst>
        </pc:spChg>
        <pc:spChg chg="add del mod ord">
          <ac:chgData name="aakash kadam" userId="e280a1526d9a17c4" providerId="LiveId" clId="{8460D268-94FF-4B85-9775-D356A37EFD4D}" dt="2026-08-24T20:30:09.202" v="1143" actId="21"/>
          <ac:spMkLst>
            <pc:docMk/>
            <pc:sldMk cId="1674160709" sldId="268"/>
            <ac:spMk id="7" creationId="{1D294EE7-DFCC-9B5D-714D-3D80C2B8CF0D}"/>
          </ac:spMkLst>
        </pc:spChg>
        <pc:spChg chg="add del mod ord">
          <ac:chgData name="aakash kadam" userId="e280a1526d9a17c4" providerId="LiveId" clId="{8460D268-94FF-4B85-9775-D356A37EFD4D}" dt="2026-08-24T20:30:03.582" v="1142" actId="21"/>
          <ac:spMkLst>
            <pc:docMk/>
            <pc:sldMk cId="1674160709" sldId="268"/>
            <ac:spMk id="8" creationId="{BE07B49E-2C7B-240D-B877-54E694D025D7}"/>
          </ac:spMkLst>
        </pc:spChg>
        <pc:spChg chg="add mod">
          <ac:chgData name="aakash kadam" userId="e280a1526d9a17c4" providerId="LiveId" clId="{8460D268-94FF-4B85-9775-D356A37EFD4D}" dt="2026-08-24T20:44:11.671" v="1254" actId="2710"/>
          <ac:spMkLst>
            <pc:docMk/>
            <pc:sldMk cId="1674160709" sldId="268"/>
            <ac:spMk id="9" creationId="{618D5123-935D-81BD-B6B4-C8D011CB07FE}"/>
          </ac:spMkLst>
        </pc:spChg>
        <pc:spChg chg="add del mod ord">
          <ac:chgData name="aakash kadam" userId="e280a1526d9a17c4" providerId="LiveId" clId="{8460D268-94FF-4B85-9775-D356A37EFD4D}" dt="2026-08-24T20:48:38.428" v="1280" actId="21"/>
          <ac:spMkLst>
            <pc:docMk/>
            <pc:sldMk cId="1674160709" sldId="268"/>
            <ac:spMk id="10" creationId="{E8F467EE-6F91-AB32-F37D-D1F9B17ECF78}"/>
          </ac:spMkLst>
        </pc:spChg>
        <pc:spChg chg="add del mod ord">
          <ac:chgData name="aakash kadam" userId="e280a1526d9a17c4" providerId="LiveId" clId="{8460D268-94FF-4B85-9775-D356A37EFD4D}" dt="2026-08-24T20:48:44.652" v="1281" actId="21"/>
          <ac:spMkLst>
            <pc:docMk/>
            <pc:sldMk cId="1674160709" sldId="268"/>
            <ac:spMk id="11" creationId="{568E4393-2865-FAC8-6D18-CFD4C746C0CA}"/>
          </ac:spMkLst>
        </pc:spChg>
      </pc:sldChg>
      <pc:sldChg chg="addSp delSp modSp new mod modClrScheme chgLayout">
        <pc:chgData name="aakash kadam" userId="e280a1526d9a17c4" providerId="LiveId" clId="{8460D268-94FF-4B85-9775-D356A37EFD4D}" dt="2026-08-24T20:59:20.161" v="1331" actId="21"/>
        <pc:sldMkLst>
          <pc:docMk/>
          <pc:sldMk cId="669799424" sldId="269"/>
        </pc:sldMkLst>
        <pc:spChg chg="del">
          <ac:chgData name="aakash kadam" userId="e280a1526d9a17c4" providerId="LiveId" clId="{8460D268-94FF-4B85-9775-D356A37EFD4D}" dt="2026-08-24T20:34:11.412" v="1162" actId="21"/>
          <ac:spMkLst>
            <pc:docMk/>
            <pc:sldMk cId="669799424" sldId="269"/>
            <ac:spMk id="2" creationId="{E176DD4D-B41A-B2B7-170B-9FB3ED12C4BB}"/>
          </ac:spMkLst>
        </pc:spChg>
        <pc:spChg chg="del">
          <ac:chgData name="aakash kadam" userId="e280a1526d9a17c4" providerId="LiveId" clId="{8460D268-94FF-4B85-9775-D356A37EFD4D}" dt="2026-08-24T20:34:16.326" v="1163" actId="21"/>
          <ac:spMkLst>
            <pc:docMk/>
            <pc:sldMk cId="669799424" sldId="269"/>
            <ac:spMk id="3" creationId="{7AA22BAF-7EA3-C57A-3193-D86A7A9AA917}"/>
          </ac:spMkLst>
        </pc:spChg>
        <pc:spChg chg="add del mod">
          <ac:chgData name="aakash kadam" userId="e280a1526d9a17c4" providerId="LiveId" clId="{8460D268-94FF-4B85-9775-D356A37EFD4D}" dt="2026-08-24T20:34:54.714" v="1171"/>
          <ac:spMkLst>
            <pc:docMk/>
            <pc:sldMk cId="669799424" sldId="269"/>
            <ac:spMk id="4" creationId="{2A593F60-994F-E554-68DB-7A97743D7A15}"/>
          </ac:spMkLst>
        </pc:spChg>
        <pc:spChg chg="add mod">
          <ac:chgData name="aakash kadam" userId="e280a1526d9a17c4" providerId="LiveId" clId="{8460D268-94FF-4B85-9775-D356A37EFD4D}" dt="2026-08-24T20:34:52.262" v="1169" actId="1076"/>
          <ac:spMkLst>
            <pc:docMk/>
            <pc:sldMk cId="669799424" sldId="269"/>
            <ac:spMk id="6" creationId="{3664CED5-C33B-1DBA-2391-10E389E78280}"/>
          </ac:spMkLst>
        </pc:spChg>
        <pc:spChg chg="add del mod">
          <ac:chgData name="aakash kadam" userId="e280a1526d9a17c4" providerId="LiveId" clId="{8460D268-94FF-4B85-9775-D356A37EFD4D}" dt="2026-08-24T20:35:21.370" v="1179"/>
          <ac:spMkLst>
            <pc:docMk/>
            <pc:sldMk cId="669799424" sldId="269"/>
            <ac:spMk id="7" creationId="{9B3DD79F-BE19-6629-0E47-ED410EB669D7}"/>
          </ac:spMkLst>
        </pc:spChg>
        <pc:spChg chg="add mod">
          <ac:chgData name="aakash kadam" userId="e280a1526d9a17c4" providerId="LiveId" clId="{8460D268-94FF-4B85-9775-D356A37EFD4D}" dt="2026-08-24T20:35:17.098" v="1177" actId="2710"/>
          <ac:spMkLst>
            <pc:docMk/>
            <pc:sldMk cId="669799424" sldId="269"/>
            <ac:spMk id="9" creationId="{039F886F-2FA8-8529-C2E4-E647518B2FC7}"/>
          </ac:spMkLst>
        </pc:spChg>
        <pc:spChg chg="add del mod ord">
          <ac:chgData name="aakash kadam" userId="e280a1526d9a17c4" providerId="LiveId" clId="{8460D268-94FF-4B85-9775-D356A37EFD4D}" dt="2026-08-24T20:58:39.120" v="1327" actId="700"/>
          <ac:spMkLst>
            <pc:docMk/>
            <pc:sldMk cId="669799424" sldId="269"/>
            <ac:spMk id="10" creationId="{64271635-ADB1-A80E-8B46-1A78675477DE}"/>
          </ac:spMkLst>
        </pc:spChg>
        <pc:spChg chg="add del mod ord">
          <ac:chgData name="aakash kadam" userId="e280a1526d9a17c4" providerId="LiveId" clId="{8460D268-94FF-4B85-9775-D356A37EFD4D}" dt="2026-08-24T20:58:39.120" v="1327" actId="700"/>
          <ac:spMkLst>
            <pc:docMk/>
            <pc:sldMk cId="669799424" sldId="269"/>
            <ac:spMk id="11" creationId="{5EC11179-DEB4-5844-E584-AD2B8487224D}"/>
          </ac:spMkLst>
        </pc:spChg>
        <pc:spChg chg="add del mod ord">
          <ac:chgData name="aakash kadam" userId="e280a1526d9a17c4" providerId="LiveId" clId="{8460D268-94FF-4B85-9775-D356A37EFD4D}" dt="2026-08-24T20:58:44.964" v="1328" actId="700"/>
          <ac:spMkLst>
            <pc:docMk/>
            <pc:sldMk cId="669799424" sldId="269"/>
            <ac:spMk id="12" creationId="{15640D38-3A03-0DBE-C60D-DC96A950AD07}"/>
          </ac:spMkLst>
        </pc:spChg>
        <pc:spChg chg="add del mod ord">
          <ac:chgData name="aakash kadam" userId="e280a1526d9a17c4" providerId="LiveId" clId="{8460D268-94FF-4B85-9775-D356A37EFD4D}" dt="2026-08-24T20:58:44.964" v="1328" actId="700"/>
          <ac:spMkLst>
            <pc:docMk/>
            <pc:sldMk cId="669799424" sldId="269"/>
            <ac:spMk id="13" creationId="{B42265B8-F8A2-6D18-6C9F-B2E956AB927F}"/>
          </ac:spMkLst>
        </pc:spChg>
        <pc:spChg chg="add del mod ord">
          <ac:chgData name="aakash kadam" userId="e280a1526d9a17c4" providerId="LiveId" clId="{8460D268-94FF-4B85-9775-D356A37EFD4D}" dt="2026-08-24T20:59:07.046" v="1329" actId="700"/>
          <ac:spMkLst>
            <pc:docMk/>
            <pc:sldMk cId="669799424" sldId="269"/>
            <ac:spMk id="14" creationId="{1BE840FD-AD39-7561-E7F1-67A67CEE176F}"/>
          </ac:spMkLst>
        </pc:spChg>
        <pc:spChg chg="add del mod ord">
          <ac:chgData name="aakash kadam" userId="e280a1526d9a17c4" providerId="LiveId" clId="{8460D268-94FF-4B85-9775-D356A37EFD4D}" dt="2026-08-24T20:59:07.046" v="1329" actId="700"/>
          <ac:spMkLst>
            <pc:docMk/>
            <pc:sldMk cId="669799424" sldId="269"/>
            <ac:spMk id="15" creationId="{64476ED1-4082-E66A-AD26-38B661E369EB}"/>
          </ac:spMkLst>
        </pc:spChg>
        <pc:spChg chg="add del mod ord">
          <ac:chgData name="aakash kadam" userId="e280a1526d9a17c4" providerId="LiveId" clId="{8460D268-94FF-4B85-9775-D356A37EFD4D}" dt="2026-08-24T20:59:14.228" v="1330" actId="21"/>
          <ac:spMkLst>
            <pc:docMk/>
            <pc:sldMk cId="669799424" sldId="269"/>
            <ac:spMk id="16" creationId="{15922B4F-67BA-DE86-61B2-121372741AB4}"/>
          </ac:spMkLst>
        </pc:spChg>
        <pc:spChg chg="add del mod ord">
          <ac:chgData name="aakash kadam" userId="e280a1526d9a17c4" providerId="LiveId" clId="{8460D268-94FF-4B85-9775-D356A37EFD4D}" dt="2026-08-24T20:59:20.161" v="1331" actId="21"/>
          <ac:spMkLst>
            <pc:docMk/>
            <pc:sldMk cId="669799424" sldId="269"/>
            <ac:spMk id="17" creationId="{99A0B094-A13B-C49B-E6BE-891B69B7ECA5}"/>
          </ac:spMkLst>
        </pc:spChg>
      </pc:sldChg>
      <pc:sldChg chg="addSp delSp modSp new mod">
        <pc:chgData name="aakash kadam" userId="e280a1526d9a17c4" providerId="LiveId" clId="{8460D268-94FF-4B85-9775-D356A37EFD4D}" dt="2026-08-24T20:41:25.118" v="1242" actId="1076"/>
        <pc:sldMkLst>
          <pc:docMk/>
          <pc:sldMk cId="332546400" sldId="270"/>
        </pc:sldMkLst>
        <pc:spChg chg="del">
          <ac:chgData name="aakash kadam" userId="e280a1526d9a17c4" providerId="LiveId" clId="{8460D268-94FF-4B85-9775-D356A37EFD4D}" dt="2026-08-24T20:36:44.718" v="1186" actId="21"/>
          <ac:spMkLst>
            <pc:docMk/>
            <pc:sldMk cId="332546400" sldId="270"/>
            <ac:spMk id="2" creationId="{7D26F17E-A15A-97BA-2877-9B9A6315F635}"/>
          </ac:spMkLst>
        </pc:spChg>
        <pc:spChg chg="del">
          <ac:chgData name="aakash kadam" userId="e280a1526d9a17c4" providerId="LiveId" clId="{8460D268-94FF-4B85-9775-D356A37EFD4D}" dt="2026-08-24T20:36:50.312" v="1187" actId="21"/>
          <ac:spMkLst>
            <pc:docMk/>
            <pc:sldMk cId="332546400" sldId="270"/>
            <ac:spMk id="3" creationId="{AB61FD36-A2C4-C3D2-6188-AF1FACDF4481}"/>
          </ac:spMkLst>
        </pc:spChg>
        <pc:spChg chg="add del mod">
          <ac:chgData name="aakash kadam" userId="e280a1526d9a17c4" providerId="LiveId" clId="{8460D268-94FF-4B85-9775-D356A37EFD4D}" dt="2026-08-24T20:36:58.828" v="1190"/>
          <ac:spMkLst>
            <pc:docMk/>
            <pc:sldMk cId="332546400" sldId="270"/>
            <ac:spMk id="4" creationId="{7A6C04CE-1C1C-7C20-98C6-51506B8D5554}"/>
          </ac:spMkLst>
        </pc:spChg>
        <pc:spChg chg="add del mod">
          <ac:chgData name="aakash kadam" userId="e280a1526d9a17c4" providerId="LiveId" clId="{8460D268-94FF-4B85-9775-D356A37EFD4D}" dt="2026-08-24T20:37:16.886" v="1197"/>
          <ac:spMkLst>
            <pc:docMk/>
            <pc:sldMk cId="332546400" sldId="270"/>
            <ac:spMk id="5" creationId="{A3A9873D-7A3E-71B3-BB7C-FF7DBFC96914}"/>
          </ac:spMkLst>
        </pc:spChg>
        <pc:spChg chg="add mod">
          <ac:chgData name="aakash kadam" userId="e280a1526d9a17c4" providerId="LiveId" clId="{8460D268-94FF-4B85-9775-D356A37EFD4D}" dt="2026-08-24T20:40:39.545" v="1236" actId="403"/>
          <ac:spMkLst>
            <pc:docMk/>
            <pc:sldMk cId="332546400" sldId="270"/>
            <ac:spMk id="7" creationId="{01CBE695-EC11-AC7E-934D-6E842C3D040C}"/>
          </ac:spMkLst>
        </pc:spChg>
        <pc:spChg chg="add del mod">
          <ac:chgData name="aakash kadam" userId="e280a1526d9a17c4" providerId="LiveId" clId="{8460D268-94FF-4B85-9775-D356A37EFD4D}" dt="2026-08-24T20:37:55.205" v="1205"/>
          <ac:spMkLst>
            <pc:docMk/>
            <pc:sldMk cId="332546400" sldId="270"/>
            <ac:spMk id="8" creationId="{928F82EA-E90A-B031-5D1C-F74A09B52C51}"/>
          </ac:spMkLst>
        </pc:spChg>
        <pc:spChg chg="add mod">
          <ac:chgData name="aakash kadam" userId="e280a1526d9a17c4" providerId="LiveId" clId="{8460D268-94FF-4B85-9775-D356A37EFD4D}" dt="2026-08-24T20:40:55.858" v="1237" actId="1076"/>
          <ac:spMkLst>
            <pc:docMk/>
            <pc:sldMk cId="332546400" sldId="270"/>
            <ac:spMk id="10" creationId="{0EAFE614-4211-8DAF-7BBE-B7E651D5FF3B}"/>
          </ac:spMkLst>
        </pc:spChg>
        <pc:spChg chg="add del mod">
          <ac:chgData name="aakash kadam" userId="e280a1526d9a17c4" providerId="LiveId" clId="{8460D268-94FF-4B85-9775-D356A37EFD4D}" dt="2026-08-24T20:38:20.765" v="1211"/>
          <ac:spMkLst>
            <pc:docMk/>
            <pc:sldMk cId="332546400" sldId="270"/>
            <ac:spMk id="11" creationId="{75CEBDB4-01B3-08D0-A970-6601107269A4}"/>
          </ac:spMkLst>
        </pc:spChg>
        <pc:spChg chg="add del mod">
          <ac:chgData name="aakash kadam" userId="e280a1526d9a17c4" providerId="LiveId" clId="{8460D268-94FF-4B85-9775-D356A37EFD4D}" dt="2026-08-24T20:39:16.218" v="1223"/>
          <ac:spMkLst>
            <pc:docMk/>
            <pc:sldMk cId="332546400" sldId="270"/>
            <ac:spMk id="14" creationId="{47CB2087-4022-1CAE-DD28-42A7722C6089}"/>
          </ac:spMkLst>
        </pc:spChg>
        <pc:picChg chg="add mod">
          <ac:chgData name="aakash kadam" userId="e280a1526d9a17c4" providerId="LiveId" clId="{8460D268-94FF-4B85-9775-D356A37EFD4D}" dt="2026-08-24T20:41:19.466" v="1241" actId="1076"/>
          <ac:picMkLst>
            <pc:docMk/>
            <pc:sldMk cId="332546400" sldId="270"/>
            <ac:picMk id="13" creationId="{88802529-0D35-DCB8-181C-2BB413B714AA}"/>
          </ac:picMkLst>
        </pc:picChg>
        <pc:picChg chg="add mod">
          <ac:chgData name="aakash kadam" userId="e280a1526d9a17c4" providerId="LiveId" clId="{8460D268-94FF-4B85-9775-D356A37EFD4D}" dt="2026-08-24T20:41:25.118" v="1242" actId="1076"/>
          <ac:picMkLst>
            <pc:docMk/>
            <pc:sldMk cId="332546400" sldId="270"/>
            <ac:picMk id="16" creationId="{B6A30455-B323-552D-7EE4-C26765993444}"/>
          </ac:picMkLst>
        </pc:picChg>
      </pc:sldChg>
      <pc:sldChg chg="addSp delSp modSp new mod modClrScheme chgLayout">
        <pc:chgData name="aakash kadam" userId="e280a1526d9a17c4" providerId="LiveId" clId="{8460D268-94FF-4B85-9775-D356A37EFD4D}" dt="2026-08-24T20:47:28.092" v="1278" actId="403"/>
        <pc:sldMkLst>
          <pc:docMk/>
          <pc:sldMk cId="1887490086" sldId="271"/>
        </pc:sldMkLst>
        <pc:spChg chg="del mod ord">
          <ac:chgData name="aakash kadam" userId="e280a1526d9a17c4" providerId="LiveId" clId="{8460D268-94FF-4B85-9775-D356A37EFD4D}" dt="2026-08-24T20:45:29.848" v="1256" actId="700"/>
          <ac:spMkLst>
            <pc:docMk/>
            <pc:sldMk cId="1887490086" sldId="271"/>
            <ac:spMk id="2" creationId="{4AC8E01A-C4B3-C41E-7BAB-8713EDCC20FB}"/>
          </ac:spMkLst>
        </pc:spChg>
        <pc:spChg chg="del mod ord">
          <ac:chgData name="aakash kadam" userId="e280a1526d9a17c4" providerId="LiveId" clId="{8460D268-94FF-4B85-9775-D356A37EFD4D}" dt="2026-08-24T20:45:29.848" v="1256" actId="700"/>
          <ac:spMkLst>
            <pc:docMk/>
            <pc:sldMk cId="1887490086" sldId="271"/>
            <ac:spMk id="3" creationId="{46692C03-D4FC-165F-4E55-FC33EBFFBC8E}"/>
          </ac:spMkLst>
        </pc:spChg>
        <pc:spChg chg="add mod ord">
          <ac:chgData name="aakash kadam" userId="e280a1526d9a17c4" providerId="LiveId" clId="{8460D268-94FF-4B85-9775-D356A37EFD4D}" dt="2026-08-24T20:47:28.092" v="1278" actId="403"/>
          <ac:spMkLst>
            <pc:docMk/>
            <pc:sldMk cId="1887490086" sldId="271"/>
            <ac:spMk id="4" creationId="{5F4520A4-E2BF-DF99-2A4B-40BEE86E4DD8}"/>
          </ac:spMkLst>
        </pc:spChg>
        <pc:spChg chg="add del mod ord">
          <ac:chgData name="aakash kadam" userId="e280a1526d9a17c4" providerId="LiveId" clId="{8460D268-94FF-4B85-9775-D356A37EFD4D}" dt="2026-08-24T20:45:38.649" v="1257" actId="21"/>
          <ac:spMkLst>
            <pc:docMk/>
            <pc:sldMk cId="1887490086" sldId="271"/>
            <ac:spMk id="5" creationId="{6D8461D7-30DF-6BA3-71D7-E5E005A9499E}"/>
          </ac:spMkLst>
        </pc:spChg>
        <pc:spChg chg="add del mod">
          <ac:chgData name="aakash kadam" userId="e280a1526d9a17c4" providerId="LiveId" clId="{8460D268-94FF-4B85-9775-D356A37EFD4D}" dt="2026-08-24T20:47:15.113" v="1274" actId="26606"/>
          <ac:spMkLst>
            <pc:docMk/>
            <pc:sldMk cId="1887490086" sldId="271"/>
            <ac:spMk id="6" creationId="{58EC04AA-B315-3698-AD7F-2172913BECC6}"/>
          </ac:spMkLst>
        </pc:spChg>
        <pc:spChg chg="add del mod">
          <ac:chgData name="aakash kadam" userId="e280a1526d9a17c4" providerId="LiveId" clId="{8460D268-94FF-4B85-9775-D356A37EFD4D}" dt="2026-08-24T20:47:05.512" v="1270" actId="26606"/>
          <ac:spMkLst>
            <pc:docMk/>
            <pc:sldMk cId="1887490086" sldId="271"/>
            <ac:spMk id="9" creationId="{58EC04AA-B315-3698-AD7F-2172913BEC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IN" b="1" dirty="0"/>
              <a:t>Mobile Phone Price Prediction Using Machine Learning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Prepared by : Muskan Malviya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CB4C-B542-5E50-F79B-45C4FADF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726709"/>
            <a:ext cx="6685936" cy="669472"/>
          </a:xfrm>
        </p:spPr>
        <p:txBody>
          <a:bodyPr>
            <a:normAutofit fontScale="90000"/>
          </a:bodyPr>
          <a:lstStyle/>
          <a:p>
            <a:r>
              <a:rPr lang="en-IN" sz="2400" b="1" spc="300" dirty="0"/>
              <a:t>1. Introduction to the Project</a:t>
            </a:r>
            <a:endParaRPr lang="en-IN" sz="2400" spc="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75A1D-1118-6F0D-8545-999D4A0F815F}"/>
              </a:ext>
            </a:extLst>
          </p:cNvPr>
          <p:cNvSpPr txBox="1"/>
          <p:nvPr/>
        </p:nvSpPr>
        <p:spPr>
          <a:xfrm>
            <a:off x="904568" y="1396181"/>
            <a:ext cx="10628671" cy="295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project focuses on predicting the price of mobile phones using machine-learning techniques. The dataset contains specifications such as Model, Colour, Memory, RAM, Battery, Rear Camera, Front Camera, AI Lens, Mobile Height, Processor and Price.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workflow covers data understanding, preprocessing, feature extraction, exploratory data analysis, model building, evaluation, cross-validation, hyperparameter tuning and feature-importance analysis. The goal is to develop a data-driven approach for estimating mobile phone prices and generating useful pricing insights.</a:t>
            </a:r>
          </a:p>
        </p:txBody>
      </p:sp>
    </p:spTree>
    <p:extLst>
      <p:ext uri="{BB962C8B-B14F-4D97-AF65-F5344CB8AC3E}">
        <p14:creationId xmlns:p14="http://schemas.microsoft.com/office/powerpoint/2010/main" val="23906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64CED5-C33B-1DBA-2391-10E389E78280}"/>
              </a:ext>
            </a:extLst>
          </p:cNvPr>
          <p:cNvSpPr txBox="1"/>
          <p:nvPr/>
        </p:nvSpPr>
        <p:spPr>
          <a:xfrm>
            <a:off x="619432" y="735612"/>
            <a:ext cx="11405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spc="600" dirty="0"/>
              <a:t>2. OBJECTIVES OF  THE PROJECT</a:t>
            </a:r>
            <a:endParaRPr lang="en-IN" sz="2800" spc="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F886F-2FA8-8529-C2E4-E647518B2FC7}"/>
              </a:ext>
            </a:extLst>
          </p:cNvPr>
          <p:cNvSpPr txBox="1"/>
          <p:nvPr/>
        </p:nvSpPr>
        <p:spPr>
          <a:xfrm>
            <a:off x="1258529" y="1337187"/>
            <a:ext cx="10982632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Understand the dataset and its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Clean and preprocess the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Extract useful camera-related numerical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exploratory and statistical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relationships between features and Price.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Build and compare Linear Regression, KNN, Decision Tree and Random Forest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 models using MAE, RMSE and R² Score.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5-fold cross-validation and hyperparameter tuning where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important predictors using feature and permutation importance.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Select and interpret the final model.</a:t>
            </a:r>
          </a:p>
        </p:txBody>
      </p:sp>
    </p:spTree>
    <p:extLst>
      <p:ext uri="{BB962C8B-B14F-4D97-AF65-F5344CB8AC3E}">
        <p14:creationId xmlns:p14="http://schemas.microsoft.com/office/powerpoint/2010/main" val="66979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BD5F4E-6B15-7A9C-D274-70DBA2BDB3CB}"/>
              </a:ext>
            </a:extLst>
          </p:cNvPr>
          <p:cNvSpPr txBox="1"/>
          <p:nvPr/>
        </p:nvSpPr>
        <p:spPr>
          <a:xfrm flipH="1">
            <a:off x="496168" y="639283"/>
            <a:ext cx="905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spc="600" dirty="0"/>
              <a:t>3. Flow Chart of Operations</a:t>
            </a:r>
            <a:endParaRPr lang="en-IN" sz="2400" spc="600" dirty="0"/>
          </a:p>
          <a:p>
            <a:br>
              <a:rPr lang="en-IN" sz="2400" spc="600" dirty="0"/>
            </a:br>
            <a:endParaRPr lang="en-IN" sz="2400" spc="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A7477C-02B1-31D3-E7F2-232CB930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82" y="1562613"/>
            <a:ext cx="9577410" cy="4641542"/>
          </a:xfrm>
          <a:prstGeom prst="rect">
            <a:avLst/>
          </a:prstGeom>
        </p:spPr>
      </p:pic>
      <p:sp>
        <p:nvSpPr>
          <p:cNvPr id="55" name="Title 54">
            <a:extLst>
              <a:ext uri="{FF2B5EF4-FFF2-40B4-BE49-F238E27FC236}">
                <a16:creationId xmlns:a16="http://schemas.microsoft.com/office/drawing/2014/main" id="{3604289C-B4C8-846D-2B17-0DFBD49C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7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CBE695-EC11-AC7E-934D-6E842C3D040C}"/>
              </a:ext>
            </a:extLst>
          </p:cNvPr>
          <p:cNvSpPr txBox="1"/>
          <p:nvPr/>
        </p:nvSpPr>
        <p:spPr>
          <a:xfrm>
            <a:off x="698090" y="597620"/>
            <a:ext cx="469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spc="600" dirty="0"/>
              <a:t>4. Python Codes</a:t>
            </a:r>
            <a:endParaRPr lang="en-IN" sz="2800" spc="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FE614-4211-8DAF-7BBE-B7E651D5FF3B}"/>
              </a:ext>
            </a:extLst>
          </p:cNvPr>
          <p:cNvSpPr txBox="1"/>
          <p:nvPr/>
        </p:nvSpPr>
        <p:spPr>
          <a:xfrm>
            <a:off x="1337133" y="1120840"/>
            <a:ext cx="8121553" cy="397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Python was used for data preparation, feature extraction, visualization, model development, evaluation, cross-validation, hyperparameter tuning and model interpretation.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Dataset loading and inspection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Camera feature extraction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Train-test split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Categorical encoding and numerical scaling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Model training and evaluation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Cross-validation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Hyperparameter tuning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Feature importance and permutation importance</a:t>
            </a:r>
            <a:endParaRPr lang="en-IN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Actual vs Predicted and residual analysis</a:t>
            </a:r>
            <a:endParaRPr lang="en-IN" sz="1400" dirty="0"/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802529-0D35-DCB8-181C-2BB413B71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420" y="4814146"/>
            <a:ext cx="2147529" cy="1795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A30455-B323-552D-7EE4-C2676599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665" y="4807894"/>
            <a:ext cx="2147529" cy="180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8F8B-DAB5-0785-8E48-E8080C03E6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IN" b="1" dirty="0"/>
              <a:t>   5. Screenshot of the Outputs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D22812-9D61-D2AA-A491-B60FA9254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18" y="308034"/>
            <a:ext cx="7903475" cy="709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E61B76-F253-CB11-C703-FAABD50DE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18" y="1068449"/>
            <a:ext cx="8512654" cy="915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CB8161-5125-1415-721B-3BC6636BA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18" y="2034602"/>
            <a:ext cx="6416596" cy="6257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33A5B5-0B93-C675-2615-40E07F48D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18" y="2710805"/>
            <a:ext cx="2256798" cy="14060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3996DD-FB20-CFD0-F70C-28CA93A6F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608" y="2710804"/>
            <a:ext cx="2406179" cy="14060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61514A-EE73-6021-B3F8-EBBA24D17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1163" y="2725991"/>
            <a:ext cx="2256798" cy="14060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261A84-1C08-6CB7-7D93-D251701023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5434" y="2710803"/>
            <a:ext cx="2685328" cy="14060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1D33F5-9757-0B26-B894-C547349FA3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18" y="4197661"/>
            <a:ext cx="6199533" cy="26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7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0376-1833-258A-7AC1-8E73B0665D2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0"/>
            <a:ext cx="5638800" cy="228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spc="300" dirty="0"/>
              <a:t>  6. Report on EDA</a:t>
            </a:r>
          </a:p>
          <a:p>
            <a:endParaRPr lang="en-IN" sz="1800" spc="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0615A-E4B4-D1B8-207B-366A4E0D81D8}"/>
              </a:ext>
            </a:extLst>
          </p:cNvPr>
          <p:cNvSpPr txBox="1"/>
          <p:nvPr/>
        </p:nvSpPr>
        <p:spPr>
          <a:xfrm>
            <a:off x="585017" y="263346"/>
            <a:ext cx="11567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EDA was performed to understand the target variable, feature distributions and relationships with mobile phones Price.</a:t>
            </a:r>
            <a:endParaRPr lang="en-IN" sz="1400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1360E-A64E-8227-362F-575A75A71786}"/>
              </a:ext>
            </a:extLst>
          </p:cNvPr>
          <p:cNvSpPr txBox="1"/>
          <p:nvPr/>
        </p:nvSpPr>
        <p:spPr>
          <a:xfrm>
            <a:off x="6553200" y="6355081"/>
            <a:ext cx="49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9018B-0E59-B571-DF90-A0BACA391581}"/>
              </a:ext>
            </a:extLst>
          </p:cNvPr>
          <p:cNvSpPr txBox="1"/>
          <p:nvPr/>
        </p:nvSpPr>
        <p:spPr>
          <a:xfrm>
            <a:off x="585017" y="506181"/>
            <a:ext cx="116463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Price</a:t>
            </a:r>
            <a:r>
              <a:rPr lang="en-IN" sz="1600" dirty="0"/>
              <a:t> </a:t>
            </a:r>
            <a:r>
              <a:rPr lang="en-IN" sz="1600" b="1" dirty="0"/>
              <a:t>Distribution</a:t>
            </a:r>
            <a:r>
              <a:rPr lang="en-IN" sz="1600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histogram confirms that Prize has a positively/right-skewed distribution, which is consistent with the calculated skewness of approximately 2.43.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Most phones in the dataset belong to the lower and mid-price ranges, while relatively few phones are premium-priced.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5D4E6E-6A84-3CA2-F89F-213D88EA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98" y="1554663"/>
            <a:ext cx="6871866" cy="2618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A264AA-FB75-689E-A2C0-E75704AD8C09}"/>
              </a:ext>
            </a:extLst>
          </p:cNvPr>
          <p:cNvSpPr txBox="1"/>
          <p:nvPr/>
        </p:nvSpPr>
        <p:spPr>
          <a:xfrm>
            <a:off x="585017" y="4173459"/>
            <a:ext cx="109390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Correlation Heatmap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Memory, RAM, Front Camera MP, and Rear Camera MP appear to have the strongest linear associations with mobile-phone price.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D4EE42-85FD-F1CA-F126-27DF775BD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97" y="4735868"/>
            <a:ext cx="5329779" cy="19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4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F50DFA-1AA3-5B17-4450-7EFE9F3872EE}"/>
              </a:ext>
            </a:extLst>
          </p:cNvPr>
          <p:cNvSpPr txBox="1"/>
          <p:nvPr/>
        </p:nvSpPr>
        <p:spPr>
          <a:xfrm>
            <a:off x="275302" y="757085"/>
            <a:ext cx="6233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spc="600" dirty="0"/>
              <a:t>7.  Learning Outcomes</a:t>
            </a:r>
            <a:endParaRPr lang="en-IN" sz="2800" spc="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43E60-6047-A070-AB6D-572B6DEBDF40}"/>
              </a:ext>
            </a:extLst>
          </p:cNvPr>
          <p:cNvSpPr txBox="1"/>
          <p:nvPr/>
        </p:nvSpPr>
        <p:spPr>
          <a:xfrm>
            <a:off x="1111042" y="1465006"/>
            <a:ext cx="8426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cleaning and 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Exploratory Data Analysis and visualization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Feature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Correlation, VIF and Mutual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Categorical encoding and scaling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Machine-learning model building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evaluation and cross-validation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Hyperparameter tuning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Feature and permutation importance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Interpretation of predictions, residuals and limitations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12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5C9CF7-71A8-A36B-C825-640274562E29}"/>
              </a:ext>
            </a:extLst>
          </p:cNvPr>
          <p:cNvSpPr txBox="1"/>
          <p:nvPr/>
        </p:nvSpPr>
        <p:spPr>
          <a:xfrm>
            <a:off x="570785" y="620779"/>
            <a:ext cx="515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spc="600" dirty="0"/>
              <a:t>8. Conclusion</a:t>
            </a:r>
            <a:endParaRPr lang="en-IN" sz="3600" spc="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BE264-9685-413A-12B5-4AF4EAF8D06A}"/>
              </a:ext>
            </a:extLst>
          </p:cNvPr>
          <p:cNvSpPr txBox="1"/>
          <p:nvPr/>
        </p:nvSpPr>
        <p:spPr>
          <a:xfrm>
            <a:off x="1249725" y="1267110"/>
            <a:ext cx="8651359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successfully developed a machine-learning approach for mobile phone price prediction. Multiple models were compared, followed by 5-fold cross-validation and hyperparameter tuning.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Tuned Decision Tree was selected as the final model with normalized test MAE 0.10, normalized test RMSE 0.26 and test R² Score 0.88. Its 5-fold CV results were normalized MAE 0.11, normalized RMSE 0.22 and R² Score 0.86.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Front Camera MP was the strongest feature in the final model's feature-importance and permutation-importance analyses, while Memory had the strongest Pearson correlation with Price among numerical features.</a:t>
            </a:r>
          </a:p>
          <a:p>
            <a:endParaRPr lang="en-IN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E66FC2-2954-8836-B336-71E65D22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661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F918D7-2F4E-58EC-7974-72DCE6175DD4}"/>
              </a:ext>
            </a:extLst>
          </p:cNvPr>
          <p:cNvSpPr txBox="1"/>
          <p:nvPr/>
        </p:nvSpPr>
        <p:spPr>
          <a:xfrm>
            <a:off x="619432" y="5031176"/>
            <a:ext cx="11710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Most predicted prices are reasonably close to the actual prices, indicating good overall model performance.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708E3-22C9-B90F-6B48-2FDC7E80F61E}"/>
              </a:ext>
            </a:extLst>
          </p:cNvPr>
          <p:cNvSpPr txBox="1"/>
          <p:nvPr/>
        </p:nvSpPr>
        <p:spPr>
          <a:xfrm>
            <a:off x="538902" y="315917"/>
            <a:ext cx="10973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The model performs well overall but has difficulty predicting some extreme/high-priced phones.</a:t>
            </a:r>
            <a:endParaRPr lang="en-IN" sz="2000" b="1" dirty="0"/>
          </a:p>
          <a:p>
            <a:r>
              <a:rPr lang="en-IN" b="1" dirty="0"/>
              <a:t>     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6FFD73-5B0C-0D40-5C53-14E82A7D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0" y="811163"/>
            <a:ext cx="5406260" cy="3773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0961B0-C428-40D4-9034-406F79739E7C}"/>
              </a:ext>
            </a:extLst>
          </p:cNvPr>
          <p:cNvSpPr txBox="1"/>
          <p:nvPr/>
        </p:nvSpPr>
        <p:spPr>
          <a:xfrm>
            <a:off x="363793" y="5462062"/>
            <a:ext cx="345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 </a:t>
            </a:r>
            <a:r>
              <a:rPr lang="en-IN" b="1" dirty="0"/>
              <a:t>Residual Analysis</a:t>
            </a:r>
          </a:p>
          <a:p>
            <a:r>
              <a:rPr lang="en-IN" sz="1200" dirty="0"/>
              <a:t>           </a:t>
            </a:r>
            <a:endParaRPr lang="en-IN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A1482-1238-918B-AEB7-926206B58907}"/>
              </a:ext>
            </a:extLst>
          </p:cNvPr>
          <p:cNvSpPr txBox="1"/>
          <p:nvPr/>
        </p:nvSpPr>
        <p:spPr>
          <a:xfrm>
            <a:off x="363793" y="5896189"/>
            <a:ext cx="10255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    The residual plot indicates good performance for most observations, with larger errors concentrated in a small number.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CFF496-97D8-59C5-D17A-5E1ACD90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308" y="823748"/>
            <a:ext cx="5497013" cy="37733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9591BD4-17AC-740D-9130-DBF0CF0BD160}"/>
              </a:ext>
            </a:extLst>
          </p:cNvPr>
          <p:cNvSpPr txBox="1"/>
          <p:nvPr/>
        </p:nvSpPr>
        <p:spPr>
          <a:xfrm>
            <a:off x="619432" y="4661844"/>
            <a:ext cx="2984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Actual VS Predicted Price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1120E8-9495-8941-F90A-256AB52127CE}"/>
              </a:ext>
            </a:extLst>
          </p:cNvPr>
          <p:cNvSpPr txBox="1"/>
          <p:nvPr/>
        </p:nvSpPr>
        <p:spPr>
          <a:xfrm>
            <a:off x="619432" y="6169946"/>
            <a:ext cx="891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of cases.</a:t>
            </a:r>
          </a:p>
        </p:txBody>
      </p:sp>
    </p:spTree>
    <p:extLst>
      <p:ext uri="{BB962C8B-B14F-4D97-AF65-F5344CB8AC3E}">
        <p14:creationId xmlns:p14="http://schemas.microsoft.com/office/powerpoint/2010/main" val="129090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24F49E-A19D-A1E3-0D1F-45B2CA0BDCDE}"/>
              </a:ext>
            </a:extLst>
          </p:cNvPr>
          <p:cNvSpPr txBox="1"/>
          <p:nvPr/>
        </p:nvSpPr>
        <p:spPr>
          <a:xfrm>
            <a:off x="887442" y="1670520"/>
            <a:ext cx="11540532" cy="3888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camera specifications, Memory, Battery, Processor and RAM when designing price segments.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Consider multiple specifications together rather than relying on one feature.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the Tuned Decision Tree as a supporting tool for price estimation.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predictions to support new-product and variant pricing decisions.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Review high-priced phone predictions carefully because errors are larger for some extreme observations.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Combine ML predictions with market demand, competition and business knowledge.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Retrain the model periodically with updated market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36A3B-EAEB-A3D1-C9FB-D8AB13323E34}"/>
              </a:ext>
            </a:extLst>
          </p:cNvPr>
          <p:cNvSpPr txBox="1"/>
          <p:nvPr/>
        </p:nvSpPr>
        <p:spPr>
          <a:xfrm>
            <a:off x="147484" y="1091379"/>
            <a:ext cx="9031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spc="600" dirty="0"/>
              <a:t>9. Business Recommendations</a:t>
            </a:r>
            <a:endParaRPr lang="en-IN" sz="3600" spc="600" dirty="0"/>
          </a:p>
          <a:p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34641D3-4BEA-3B62-E318-0062B2AA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31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308778-CEE3-1929-6BDB-3EAEDAF54131}"/>
              </a:ext>
            </a:extLst>
          </p:cNvPr>
          <p:cNvSpPr txBox="1"/>
          <p:nvPr/>
        </p:nvSpPr>
        <p:spPr>
          <a:xfrm>
            <a:off x="226143" y="664811"/>
            <a:ext cx="7639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10. Books and Websites Used for Research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D5123-935D-81BD-B6B4-C8D011CB07FE}"/>
              </a:ext>
            </a:extLst>
          </p:cNvPr>
          <p:cNvSpPr txBox="1"/>
          <p:nvPr/>
        </p:nvSpPr>
        <p:spPr>
          <a:xfrm>
            <a:off x="886075" y="1422652"/>
            <a:ext cx="88281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Reference Material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i="1" dirty="0"/>
              <a:t> Project Feature Engineering PDF</a:t>
            </a:r>
            <a:r>
              <a:rPr lang="en-IN" dirty="0"/>
              <a:t> — Project scenario, objectives, methodology, feature extraction requirements, model-building requirements and report guidelines. </a:t>
            </a:r>
          </a:p>
          <a:p>
            <a:pPr lvl="0"/>
            <a:endParaRPr lang="en-IN" dirty="0"/>
          </a:p>
          <a:p>
            <a:r>
              <a:rPr lang="en-IN" b="1" dirty="0"/>
              <a:t>Research Links Provided in the Project Instructions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i="1" dirty="0"/>
              <a:t>Feature Extraction Techniques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i="1" dirty="0"/>
              <a:t>What is Feature Extraction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i="1" dirty="0"/>
              <a:t>Machine Learning Feature Extraction Techniques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i="1" dirty="0"/>
              <a:t>Encoding Techniques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r>
              <a:rPr lang="en-IN" b="1" dirty="0"/>
              <a:t>Additional Assistance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ChatGPT (OpenAI) — Used for understanding concepts, interpreting outputs, troubleshooting Python code, and organizing the project report.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16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4520A4-E2BF-DF99-2A4B-40BEE86E4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1514" y="2476500"/>
            <a:ext cx="7868972" cy="1905000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7490086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750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Avenir Next LT Pro</vt:lpstr>
      <vt:lpstr>Northern lights</vt:lpstr>
      <vt:lpstr>Mobile Phone Price Prediction Using Machine Learning</vt:lpstr>
      <vt:lpstr>1. Introduction to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kadam</dc:creator>
  <cp:lastModifiedBy>aakash kadam</cp:lastModifiedBy>
  <cp:revision>2</cp:revision>
  <dcterms:created xsi:type="dcterms:W3CDTF">2026-08-24T17:20:52Z</dcterms:created>
  <dcterms:modified xsi:type="dcterms:W3CDTF">2026-08-25T11:06:33Z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